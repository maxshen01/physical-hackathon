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e2373ec4f647d6" /><Relationship Type="http://schemas.openxmlformats.org/officeDocument/2006/relationships/extended-properties" Target="/docProps/app.xml" Id="R1cd383de73064062" /><Relationship Type="http://schemas.openxmlformats.org/officeDocument/2006/relationships/officeDocument" Target="/ppt/presentation.xml" Id="Rf05082e2ce3f4718" /></Relationships>
</file>

<file path=ppt/presentation.xml><?xml version="1.0" encoding="utf-8"?>
<p:presentation xmlns:p="http://schemas.openxmlformats.org/presentationml/2006/main">
  <p:sldMasterIdLst>
    <p:sldMasterId xmlns:r="http://schemas.openxmlformats.org/officeDocument/2006/relationships" id="2147483648" r:id="Rbe8e4b89be304f49"/>
  </p:sldMasterIdLst>
  <p:notesMasterIdLst>
    <p:notesMasterId xmlns:r="http://schemas.openxmlformats.org/officeDocument/2006/relationships" r:id="Re89ff23f56654a09"/>
  </p:notesMasterIdLst>
  <p:sldIdLst>
    <p:sldId xmlns:r="http://schemas.openxmlformats.org/officeDocument/2006/relationships" id="256" r:id="R893be626be674856"/>
    <p:sldId xmlns:r="http://schemas.openxmlformats.org/officeDocument/2006/relationships" id="257" r:id="R98c9262509c74cb4"/>
    <p:sldId xmlns:r="http://schemas.openxmlformats.org/officeDocument/2006/relationships" id="258" r:id="R76173e08a95d4836"/>
    <p:sldId xmlns:r="http://schemas.openxmlformats.org/officeDocument/2006/relationships" id="259" r:id="R498e70a5551d4875"/>
    <p:sldId xmlns:r="http://schemas.openxmlformats.org/officeDocument/2006/relationships" id="260" r:id="R78d4246549d74259"/>
    <p:sldId xmlns:r="http://schemas.openxmlformats.org/officeDocument/2006/relationships" id="261" r:id="R0c77f46df2064a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30c3455d60427d" /><Relationship Type="http://schemas.openxmlformats.org/officeDocument/2006/relationships/slideMaster" Target="/ppt/slideMasters/slideMaster1.xml" Id="Rbe8e4b89be304f49" /><Relationship Type="http://schemas.openxmlformats.org/officeDocument/2006/relationships/notesMaster" Target="/ppt/notesMasters/notesMaster1.xml" Id="Re89ff23f56654a09" /><Relationship Type="http://schemas.openxmlformats.org/officeDocument/2006/relationships/presProps" Target="/ppt/presProps.xml" Id="R055764bdb9d64ef0" /><Relationship Type="http://schemas.openxmlformats.org/officeDocument/2006/relationships/tableStyles" Target="/ppt/tableStyles.xml" Id="R32679e5893fb4c21" /><Relationship Type="http://schemas.openxmlformats.org/officeDocument/2006/relationships/slide" Target="/ppt/slides/slide1.xml" Id="R893be626be674856" /><Relationship Type="http://schemas.openxmlformats.org/officeDocument/2006/relationships/slide" Target="/ppt/slides/slide2.xml" Id="R98c9262509c74cb4" /><Relationship Type="http://schemas.openxmlformats.org/officeDocument/2006/relationships/slide" Target="/ppt/slides/slide3.xml" Id="R76173e08a95d4836" /><Relationship Type="http://schemas.openxmlformats.org/officeDocument/2006/relationships/slide" Target="/ppt/slides/slide4.xml" Id="R498e70a5551d4875" /><Relationship Type="http://schemas.openxmlformats.org/officeDocument/2006/relationships/slide" Target="/ppt/slides/slide5.xml" Id="R78d4246549d74259" /><Relationship Type="http://schemas.openxmlformats.org/officeDocument/2006/relationships/slide" Target="/ppt/slides/slide6.xml" Id="R0c77f46df2064a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d6dba0776a4e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cf1cd4fb014b82" /><Relationship Type="http://schemas.openxmlformats.org/officeDocument/2006/relationships/notesMaster" Target="/ppt/notesMasters/notesMaster1.xml" Id="Rf72280e9b09f4f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ee1a28044a4790" /><Relationship Type="http://schemas.openxmlformats.org/officeDocument/2006/relationships/notesMaster" Target="/ppt/notesMasters/notesMaster1.xml" Id="R3f9083cfbdd94d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0a6cf3ef5b4530" /><Relationship Type="http://schemas.openxmlformats.org/officeDocument/2006/relationships/notesMaster" Target="/ppt/notesMasters/notesMaster1.xml" Id="R962ca47c79a745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4f0b4badc5464a" /><Relationship Type="http://schemas.openxmlformats.org/officeDocument/2006/relationships/notesMaster" Target="/ppt/notesMasters/notesMaster1.xml" Id="Rd0b6f66bb68f49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6afa76981c48e5" /><Relationship Type="http://schemas.openxmlformats.org/officeDocument/2006/relationships/notesMaster" Target="/ppt/notesMasters/notesMaster1.xml" Id="Rdd1121cdcb424e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451d34cd3f4031" /><Relationship Type="http://schemas.openxmlformats.org/officeDocument/2006/relationships/notesMaster" Target="/ppt/notesMasters/notesMaster1.xml" Id="R1a30c3b0e61844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Kinevoa is a hackathon prototype that takes a live phone camera view and displays an exercise name. We are focusing this demo on recognition. Source: exercise_demo/demo.html and classifier.py, inspected 17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 scope is deliberately small: one person, a phone camera, and the exercise label on screen. This is the current recognition prototype. The original robotic camera concept is future work. Do not imply camera movement or clinical assessment is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These are the three target labels. Unknown is an intentional rejection output, though it does not guarantee every unrelated movement will be rejected. Source: TARGETS and predict() in exercise_demo/classifier.py.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to 90 seconds. Switch to the live app. Start with the exercise that worked best in rehearsal. Pause to allow the displayed label to settle. Show a second exercise only if rehearsed. If an incorrect label appears, describe what the system is actually doing. If the connection fails, use the recorded backup. Never describe recorded footage as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phone samples camera frames and sends JPEG images to POST /predict. The server runs prithivMLmods/Gym-Workout-Classifier-SigLIP2. The backend accepts a target label only above a score of 0.65 and a margin of 0.15 over the second class. These are prototype settings, not calibrated probabilities. The current phone UI requires three matching accepted labels before changing the display. It can retain a previous label while new predictions disagree. Source: exercise_demo/classifier.py, server.py and demo.html, inspected 17 October 2026. This classifier recognises individual images, not motion 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 have built the camera-to-label path. The completed image smoke test had 96/100 correct target-or-unknown outputs, but a separate video test recognised 0/5 push-up clips and rejected 5/5 jumping-jack clips. Possible image training-data overlap cannot be excluded. Source: exercise_demo/results/summary.json. This deck makes no general accuracy claim. Next, test unseen people and different viewpoints, including idle and confusing activities. A sequence model could test movement across time. The broader concept is to use recognised exercise context for camera positioning, which would require a separate controller and view-quality verification. Close: This demo shows the recognition step that a larger capture-assistance system could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31d2edce0d46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2b641d4dfc4e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33403f344246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50a913cc724e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2da05dc14c45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3f63b4b26b4e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B3CA6C-8C7E-4B23-98D7-5D6D67D36E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D4270B-A41B-44C1-80CF-1D61FBEB28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06A817-7133-4858-99BC-3F3846B5A1F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A73709-C2DD-4D81-AFE2-7DB4726A1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09658E-14FE-4023-88E8-540DE1CBBA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A0B582-FB6E-40E0-9471-17208F3679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2F42B0-DA8B-45F7-A882-5AF746D262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917575-3814-480E-AAFA-2C00EB5615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04D347-2CA3-45F6-9F0A-8BB48F855B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1D4950-F868-4861-887E-0DAAA57492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b3885adbf84243" /><Relationship Type="http://schemas.openxmlformats.org/officeDocument/2006/relationships/slideLayout" Target="/ppt/slideLayouts/slideLayout1.xml" Id="Redd0eda835454087" /><Relationship Type="http://schemas.openxmlformats.org/officeDocument/2006/relationships/slideLayout" Target="/ppt/slideLayouts/slideLayout2.xml" Id="R3997c9d0568d4500" /><Relationship Type="http://schemas.openxmlformats.org/officeDocument/2006/relationships/slideLayout" Target="/ppt/slideLayouts/slideLayout3.xml" Id="R57182a42faf04944" /><Relationship Type="http://schemas.openxmlformats.org/officeDocument/2006/relationships/slideLayout" Target="/ppt/slideLayouts/slideLayout4.xml" Id="R257a94460d4b4d0e" /><Relationship Type="http://schemas.openxmlformats.org/officeDocument/2006/relationships/slideLayout" Target="/ppt/slideLayouts/slideLayout5.xml" Id="Rf1fb827910994112" /><Relationship Type="http://schemas.openxmlformats.org/officeDocument/2006/relationships/slideLayout" Target="/ppt/slideLayouts/slideLayout6.xml" Id="R365a3c51e42541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d0eda835454087"/>
    <p:sldLayoutId xmlns:r="http://schemas.openxmlformats.org/officeDocument/2006/relationships" id="2147483650" r:id="R3997c9d0568d4500"/>
    <p:sldLayoutId xmlns:r="http://schemas.openxmlformats.org/officeDocument/2006/relationships" id="2147483651" r:id="R57182a42faf04944"/>
    <p:sldLayoutId xmlns:r="http://schemas.openxmlformats.org/officeDocument/2006/relationships" id="2147483652" r:id="R257a94460d4b4d0e"/>
    <p:sldLayoutId xmlns:r="http://schemas.openxmlformats.org/officeDocument/2006/relationships" id="2147483653" r:id="Rf1fb827910994112"/>
    <p:sldLayoutId xmlns:r="http://schemas.openxmlformats.org/officeDocument/2006/relationships" id="2147483654" r:id="R365a3c51e42541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81c88b61bf45a2" /><Relationship Type="http://schemas.openxmlformats.org/officeDocument/2006/relationships/notesSlide" Target="/ppt/notesSlides/notesSlide1.xml" Id="Rd18e3d24087943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0489ee35f374931" /><Relationship Type="http://schemas.openxmlformats.org/officeDocument/2006/relationships/notesSlide" Target="/ppt/notesSlides/notesSlide2.xml" Id="Raf1f997ec99a4b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18eab5824e4f61" /><Relationship Type="http://schemas.openxmlformats.org/officeDocument/2006/relationships/notesSlide" Target="/ppt/notesSlides/notesSlide3.xml" Id="R1503287035db40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d1f9441bb947ad" /><Relationship Type="http://schemas.openxmlformats.org/officeDocument/2006/relationships/notesSlide" Target="/ppt/notesSlides/notesSlide4.xml" Id="R8955b714967b4d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18be5a798f4573" /><Relationship Type="http://schemas.openxmlformats.org/officeDocument/2006/relationships/notesSlide" Target="/ppt/notesSlides/notesSlide5.xml" Id="R1506f5264a6d48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aeb8ce2efb499e" /><Relationship Type="http://schemas.openxmlformats.org/officeDocument/2006/relationships/notesSlide" Target="/ppt/notesSlides/notesSlide6.xml" Id="R3b5acd8ee3814d68" /></Relationships>
</file>

<file path=ppt/slides/slide1.xml><?xml version="1.0" encoding="utf-8"?>
<p:sld xmlns:p="http://schemas.openxmlformats.org/presentationml/2006/main">
  <p:cSld>
    <p:bg>
      <p:bgPr>
        <a:solidFill xmlns:a="http://schemas.openxmlformats.org/drawingml/2006/main">
          <a:srgbClr val="18241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104E9D-0AEE-41CE-990C-933E7841AF53}"/>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BF5B3"/>
                </a:solidFill>
                <a:latin typeface="Arial"/>
                <a:ea typeface="Arial"/>
                <a:cs typeface="Arial"/>
              </a:defRPr>
            </a:defPPr>
            <a:lvl1pPr>
              <a:defRPr sz="2400" b="1">
                <a:solidFill>
                  <a:srgbClr val="BBF5B3"/>
                </a:solidFill>
                <a:latin typeface="Arial"/>
                <a:ea typeface="Arial"/>
                <a:cs typeface="Arial"/>
              </a:defRPr>
            </a:lvl1pPr>
            <a:lvl2pPr>
              <a:defRPr sz="2400" b="1">
                <a:solidFill>
                  <a:srgbClr val="BBF5B3"/>
                </a:solidFill>
                <a:latin typeface="Arial"/>
                <a:ea typeface="Arial"/>
                <a:cs typeface="Arial"/>
              </a:defRPr>
            </a:lvl2pPr>
            <a:lvl3pPr>
              <a:defRPr sz="2400" b="1">
                <a:solidFill>
                  <a:srgbClr val="BBF5B3"/>
                </a:solidFill>
                <a:latin typeface="Arial"/>
                <a:ea typeface="Arial"/>
                <a:cs typeface="Arial"/>
              </a:defRPr>
            </a:lvl3pPr>
            <a:lvl4pPr>
              <a:defRPr sz="2400" b="1">
                <a:solidFill>
                  <a:srgbClr val="BBF5B3"/>
                </a:solidFill>
                <a:latin typeface="Arial"/>
                <a:ea typeface="Arial"/>
                <a:cs typeface="Arial"/>
              </a:defRPr>
            </a:lvl4pPr>
            <a:lvl5pPr>
              <a:defRPr sz="2400" b="1">
                <a:solidFill>
                  <a:srgbClr val="BBF5B3"/>
                </a:solidFill>
                <a:latin typeface="Arial"/>
                <a:ea typeface="Arial"/>
                <a:cs typeface="Arial"/>
              </a:defRPr>
            </a:lvl5pPr>
            <a:lvl6pPr>
              <a:defRPr sz="2400" b="1">
                <a:solidFill>
                  <a:srgbClr val="BBF5B3"/>
                </a:solidFill>
                <a:latin typeface="Arial"/>
                <a:ea typeface="Arial"/>
                <a:cs typeface="Arial"/>
              </a:defRPr>
            </a:lvl6pPr>
            <a:lvl7pPr>
              <a:defRPr sz="2400" b="1">
                <a:solidFill>
                  <a:srgbClr val="BBF5B3"/>
                </a:solidFill>
                <a:latin typeface="Arial"/>
                <a:ea typeface="Arial"/>
                <a:cs typeface="Arial"/>
              </a:defRPr>
            </a:lvl7pPr>
            <a:lvl8pPr>
              <a:defRPr sz="2400" b="1">
                <a:solidFill>
                  <a:srgbClr val="BBF5B3"/>
                </a:solidFill>
                <a:latin typeface="Arial"/>
                <a:ea typeface="Arial"/>
                <a:cs typeface="Arial"/>
              </a:defRPr>
            </a:lvl8pPr>
            <a:lvl9pPr>
              <a:defRPr sz="2400" b="1">
                <a:solidFill>
                  <a:srgbClr val="BBF5B3"/>
                </a:solidFill>
                <a:latin typeface="Arial"/>
                <a:ea typeface="Arial"/>
                <a:cs typeface="Arial"/>
              </a:defRPr>
            </a:lvl9pPr>
          </a:lstStyle>
          <a:p xmlns:a="http://schemas.openxmlformats.org/drawingml/2006/main">
            <a:pPr>
              <a:defRPr sz="2400" b="1">
                <a:solidFill>
                  <a:srgbClr val="BBF5B3"/>
                </a:solidFill>
                <a:latin typeface="Arial"/>
                <a:ea typeface="Arial"/>
                <a:cs typeface="Arial"/>
              </a:defRPr>
            </a:pPr>
            <a:r>
              <a:rPr sz="2400" b="1">
                <a:solidFill>
                  <a:srgbClr val="BBF5B3"/>
                </a:solidFill>
                <a:latin typeface="Arial"/>
                <a:ea typeface="Arial"/>
                <a:cs typeface="Arial"/>
              </a:rPr>
              <a:t>kinevoa</a:t>
            </a:r>
          </a:p>
        </p:txBody>
      </p:sp>
      <p:sp>
        <p:nvSpPr>
          <p:cNvPr id="2" name="">
            <a:extLst xmlns:a="http://schemas.openxmlformats.org/drawingml/2006/main">
              <a:ext uri="{FF2B5EF4-FFF2-40B4-BE49-F238E27FC236}">
                <a16:creationId xmlns:a16="http://schemas.microsoft.com/office/drawing/2014/main" id="{DF6DC62E-2867-4BE6-9D2B-A9025C0EBA7C}"/>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BF5B3"/>
                </a:solidFill>
                <a:latin typeface="Arial"/>
                <a:ea typeface="Arial"/>
                <a:cs typeface="Arial"/>
              </a:defRPr>
            </a:defPPr>
            <a:lvl1pPr>
              <a:defRPr sz="1350" b="0">
                <a:solidFill>
                  <a:srgbClr val="BBF5B3"/>
                </a:solidFill>
                <a:latin typeface="Arial"/>
                <a:ea typeface="Arial"/>
                <a:cs typeface="Arial"/>
              </a:defRPr>
            </a:lvl1pPr>
            <a:lvl2pPr>
              <a:defRPr sz="1350" b="0">
                <a:solidFill>
                  <a:srgbClr val="BBF5B3"/>
                </a:solidFill>
                <a:latin typeface="Arial"/>
                <a:ea typeface="Arial"/>
                <a:cs typeface="Arial"/>
              </a:defRPr>
            </a:lvl2pPr>
            <a:lvl3pPr>
              <a:defRPr sz="1350" b="0">
                <a:solidFill>
                  <a:srgbClr val="BBF5B3"/>
                </a:solidFill>
                <a:latin typeface="Arial"/>
                <a:ea typeface="Arial"/>
                <a:cs typeface="Arial"/>
              </a:defRPr>
            </a:lvl3pPr>
            <a:lvl4pPr>
              <a:defRPr sz="1350" b="0">
                <a:solidFill>
                  <a:srgbClr val="BBF5B3"/>
                </a:solidFill>
                <a:latin typeface="Arial"/>
                <a:ea typeface="Arial"/>
                <a:cs typeface="Arial"/>
              </a:defRPr>
            </a:lvl4pPr>
            <a:lvl5pPr>
              <a:defRPr sz="1350" b="0">
                <a:solidFill>
                  <a:srgbClr val="BBF5B3"/>
                </a:solidFill>
                <a:latin typeface="Arial"/>
                <a:ea typeface="Arial"/>
                <a:cs typeface="Arial"/>
              </a:defRPr>
            </a:lvl5pPr>
            <a:lvl6pPr>
              <a:defRPr sz="1350" b="0">
                <a:solidFill>
                  <a:srgbClr val="BBF5B3"/>
                </a:solidFill>
                <a:latin typeface="Arial"/>
                <a:ea typeface="Arial"/>
                <a:cs typeface="Arial"/>
              </a:defRPr>
            </a:lvl6pPr>
            <a:lvl7pPr>
              <a:defRPr sz="1350" b="0">
                <a:solidFill>
                  <a:srgbClr val="BBF5B3"/>
                </a:solidFill>
                <a:latin typeface="Arial"/>
                <a:ea typeface="Arial"/>
                <a:cs typeface="Arial"/>
              </a:defRPr>
            </a:lvl7pPr>
            <a:lvl8pPr>
              <a:defRPr sz="1350" b="0">
                <a:solidFill>
                  <a:srgbClr val="BBF5B3"/>
                </a:solidFill>
                <a:latin typeface="Arial"/>
                <a:ea typeface="Arial"/>
                <a:cs typeface="Arial"/>
              </a:defRPr>
            </a:lvl8pPr>
            <a:lvl9pPr>
              <a:defRPr sz="1350" b="0">
                <a:solidFill>
                  <a:srgbClr val="BBF5B3"/>
                </a:solidFill>
                <a:latin typeface="Arial"/>
                <a:ea typeface="Arial"/>
                <a:cs typeface="Arial"/>
              </a:defRPr>
            </a:lvl9pPr>
          </a:lstStyle>
          <a:p xmlns:a="http://schemas.openxmlformats.org/drawingml/2006/main">
            <a:pPr>
              <a:defRPr sz="1350" b="0">
                <a:solidFill>
                  <a:srgbClr val="BBF5B3"/>
                </a:solidFill>
                <a:latin typeface="Arial"/>
                <a:ea typeface="Arial"/>
                <a:cs typeface="Arial"/>
              </a:defRPr>
            </a:pPr>
            <a:r>
              <a:rPr sz="1350" b="0">
                <a:solidFill>
                  <a:srgbClr val="BBF5B3"/>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B0FC468-5F9C-43C3-87E4-0583B77F9748}"/>
              </a:ext>
            </a:extLst>
          </p:cNvPr>
          <p:cNvSpPr>
            <a:spLocks xmlns:a="http://schemas.openxmlformats.org/drawingml/2006/main" noGrp="1"/>
          </p:cNvSpPr>
          <p:nvPr/>
        </p:nvSpPr>
        <p:spPr>
          <a:xfrm xmlns:a="http://schemas.openxmlformats.org/drawingml/2006/main">
            <a:off x="685800" y="166687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2F2EB"/>
                </a:solidFill>
                <a:latin typeface="Arial"/>
                <a:ea typeface="Arial"/>
                <a:cs typeface="Arial"/>
              </a:defRPr>
            </a:defPPr>
            <a:lvl1pPr>
              <a:defRPr sz="5700" b="1">
                <a:solidFill>
                  <a:srgbClr val="F2F2EB"/>
                </a:solidFill>
                <a:latin typeface="Arial"/>
                <a:ea typeface="Arial"/>
                <a:cs typeface="Arial"/>
              </a:defRPr>
            </a:lvl1pPr>
            <a:lvl2pPr>
              <a:defRPr sz="5700" b="1">
                <a:solidFill>
                  <a:srgbClr val="F2F2EB"/>
                </a:solidFill>
                <a:latin typeface="Arial"/>
                <a:ea typeface="Arial"/>
                <a:cs typeface="Arial"/>
              </a:defRPr>
            </a:lvl2pPr>
            <a:lvl3pPr>
              <a:defRPr sz="5700" b="1">
                <a:solidFill>
                  <a:srgbClr val="F2F2EB"/>
                </a:solidFill>
                <a:latin typeface="Arial"/>
                <a:ea typeface="Arial"/>
                <a:cs typeface="Arial"/>
              </a:defRPr>
            </a:lvl3pPr>
            <a:lvl4pPr>
              <a:defRPr sz="5700" b="1">
                <a:solidFill>
                  <a:srgbClr val="F2F2EB"/>
                </a:solidFill>
                <a:latin typeface="Arial"/>
                <a:ea typeface="Arial"/>
                <a:cs typeface="Arial"/>
              </a:defRPr>
            </a:lvl4pPr>
            <a:lvl5pPr>
              <a:defRPr sz="5700" b="1">
                <a:solidFill>
                  <a:srgbClr val="F2F2EB"/>
                </a:solidFill>
                <a:latin typeface="Arial"/>
                <a:ea typeface="Arial"/>
                <a:cs typeface="Arial"/>
              </a:defRPr>
            </a:lvl5pPr>
            <a:lvl6pPr>
              <a:defRPr sz="5700" b="1">
                <a:solidFill>
                  <a:srgbClr val="F2F2EB"/>
                </a:solidFill>
                <a:latin typeface="Arial"/>
                <a:ea typeface="Arial"/>
                <a:cs typeface="Arial"/>
              </a:defRPr>
            </a:lvl6pPr>
            <a:lvl7pPr>
              <a:defRPr sz="5700" b="1">
                <a:solidFill>
                  <a:srgbClr val="F2F2EB"/>
                </a:solidFill>
                <a:latin typeface="Arial"/>
                <a:ea typeface="Arial"/>
                <a:cs typeface="Arial"/>
              </a:defRPr>
            </a:lvl7pPr>
            <a:lvl8pPr>
              <a:defRPr sz="5700" b="1">
                <a:solidFill>
                  <a:srgbClr val="F2F2EB"/>
                </a:solidFill>
                <a:latin typeface="Arial"/>
                <a:ea typeface="Arial"/>
                <a:cs typeface="Arial"/>
              </a:defRPr>
            </a:lvl8pPr>
            <a:lvl9pPr>
              <a:defRPr sz="5700" b="1">
                <a:solidFill>
                  <a:srgbClr val="F2F2EB"/>
                </a:solidFill>
                <a:latin typeface="Arial"/>
                <a:ea typeface="Arial"/>
                <a:cs typeface="Arial"/>
              </a:defRPr>
            </a:lvl9pPr>
          </a:lstStyle>
          <a:p xmlns:a="http://schemas.openxmlformats.org/drawingml/2006/main">
            <a:pPr>
              <a:defRPr sz="5700" b="1">
                <a:solidFill>
                  <a:srgbClr val="F2F2EB"/>
                </a:solidFill>
                <a:latin typeface="Arial"/>
                <a:ea typeface="Arial"/>
                <a:cs typeface="Arial"/>
              </a:defRPr>
            </a:pPr>
            <a:r>
              <a:rPr sz="5700" b="1">
                <a:solidFill>
                  <a:srgbClr val="F2F2EB"/>
                </a:solidFill>
                <a:latin typeface="Arial"/>
                <a:ea typeface="Arial"/>
                <a:cs typeface="Arial"/>
              </a:rPr>
              <a:t>Exercise recognition</a:t>
            </a:r>
          </a:p>
          <a:p xmlns:a="http://schemas.openxmlformats.org/drawingml/2006/main">
            <a:pPr>
              <a:defRPr sz="5700" b="1">
                <a:solidFill>
                  <a:srgbClr val="F2F2EB"/>
                </a:solidFill>
                <a:latin typeface="Arial"/>
                <a:ea typeface="Arial"/>
                <a:cs typeface="Arial"/>
              </a:defRPr>
            </a:pPr>
            <a:r>
              <a:rPr sz="5700" b="1">
                <a:solidFill>
                  <a:srgbClr val="F2F2EB"/>
                </a:solidFill>
                <a:latin typeface="Arial"/>
                <a:ea typeface="Arial"/>
                <a:cs typeface="Arial"/>
              </a:rPr>
              <a:t>from your phone</a:t>
            </a:r>
          </a:p>
        </p:txBody>
      </p:sp>
      <p:sp>
        <p:nvSpPr>
          <p:cNvPr id="4" name="">
            <a:extLst xmlns:a="http://schemas.openxmlformats.org/drawingml/2006/main">
              <a:ext uri="{FF2B5EF4-FFF2-40B4-BE49-F238E27FC236}">
                <a16:creationId xmlns:a16="http://schemas.microsoft.com/office/drawing/2014/main" id="{F4CD036D-A873-484A-AF84-518FDFE854A0}"/>
              </a:ext>
            </a:extLst>
          </p:cNvPr>
          <p:cNvSpPr>
            <a:spLocks xmlns:a="http://schemas.openxmlformats.org/drawingml/2006/main" noGrp="1"/>
          </p:cNvSpPr>
          <p:nvPr/>
        </p:nvSpPr>
        <p:spPr>
          <a:xfrm xmlns:a="http://schemas.openxmlformats.org/drawingml/2006/main">
            <a:off x="733425" y="46672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BBF5B3"/>
                </a:solidFill>
                <a:latin typeface="Arial"/>
                <a:ea typeface="Arial"/>
                <a:cs typeface="Arial"/>
              </a:defRPr>
            </a:defPPr>
            <a:lvl1pPr>
              <a:defRPr sz="2400" b="0">
                <a:solidFill>
                  <a:srgbClr val="BBF5B3"/>
                </a:solidFill>
                <a:latin typeface="Arial"/>
                <a:ea typeface="Arial"/>
                <a:cs typeface="Arial"/>
              </a:defRPr>
            </a:lvl1pPr>
            <a:lvl2pPr>
              <a:defRPr sz="2400" b="0">
                <a:solidFill>
                  <a:srgbClr val="BBF5B3"/>
                </a:solidFill>
                <a:latin typeface="Arial"/>
                <a:ea typeface="Arial"/>
                <a:cs typeface="Arial"/>
              </a:defRPr>
            </a:lvl2pPr>
            <a:lvl3pPr>
              <a:defRPr sz="2400" b="0">
                <a:solidFill>
                  <a:srgbClr val="BBF5B3"/>
                </a:solidFill>
                <a:latin typeface="Arial"/>
                <a:ea typeface="Arial"/>
                <a:cs typeface="Arial"/>
              </a:defRPr>
            </a:lvl3pPr>
            <a:lvl4pPr>
              <a:defRPr sz="2400" b="0">
                <a:solidFill>
                  <a:srgbClr val="BBF5B3"/>
                </a:solidFill>
                <a:latin typeface="Arial"/>
                <a:ea typeface="Arial"/>
                <a:cs typeface="Arial"/>
              </a:defRPr>
            </a:lvl4pPr>
            <a:lvl5pPr>
              <a:defRPr sz="2400" b="0">
                <a:solidFill>
                  <a:srgbClr val="BBF5B3"/>
                </a:solidFill>
                <a:latin typeface="Arial"/>
                <a:ea typeface="Arial"/>
                <a:cs typeface="Arial"/>
              </a:defRPr>
            </a:lvl5pPr>
            <a:lvl6pPr>
              <a:defRPr sz="2400" b="0">
                <a:solidFill>
                  <a:srgbClr val="BBF5B3"/>
                </a:solidFill>
                <a:latin typeface="Arial"/>
                <a:ea typeface="Arial"/>
                <a:cs typeface="Arial"/>
              </a:defRPr>
            </a:lvl6pPr>
            <a:lvl7pPr>
              <a:defRPr sz="2400" b="0">
                <a:solidFill>
                  <a:srgbClr val="BBF5B3"/>
                </a:solidFill>
                <a:latin typeface="Arial"/>
                <a:ea typeface="Arial"/>
                <a:cs typeface="Arial"/>
              </a:defRPr>
            </a:lvl7pPr>
            <a:lvl8pPr>
              <a:defRPr sz="2400" b="0">
                <a:solidFill>
                  <a:srgbClr val="BBF5B3"/>
                </a:solidFill>
                <a:latin typeface="Arial"/>
                <a:ea typeface="Arial"/>
                <a:cs typeface="Arial"/>
              </a:defRPr>
            </a:lvl8pPr>
            <a:lvl9pPr>
              <a:defRPr sz="2400" b="0">
                <a:solidFill>
                  <a:srgbClr val="BBF5B3"/>
                </a:solidFill>
                <a:latin typeface="Arial"/>
                <a:ea typeface="Arial"/>
                <a:cs typeface="Arial"/>
              </a:defRPr>
            </a:lvl9pPr>
          </a:lstStyle>
          <a:p xmlns:a="http://schemas.openxmlformats.org/drawingml/2006/main">
            <a:pPr>
              <a:defRPr sz="2400" b="0">
                <a:solidFill>
                  <a:srgbClr val="BBF5B3"/>
                </a:solidFill>
                <a:latin typeface="Arial"/>
                <a:ea typeface="Arial"/>
                <a:cs typeface="Arial"/>
              </a:defRPr>
            </a:pPr>
            <a:r>
              <a:rPr sz="2400" b="0">
                <a:solidFill>
                  <a:srgbClr val="BBF5B3"/>
                </a:solidFill>
                <a:latin typeface="Arial"/>
                <a:ea typeface="Arial"/>
                <a:cs typeface="Arial"/>
              </a:rPr>
              <a:t>Live camera in. Exercise name out.</a:t>
            </a:r>
          </a:p>
        </p:txBody>
      </p:sp>
    </p:spTree>
    <p:extLst>
      <p:ext uri="{BB962C8B-B14F-4D97-AF65-F5344CB8AC3E}">
        <p14:creationId xmlns:p14="http://schemas.microsoft.com/office/powerpoint/2010/main" val="879069209"/>
      </p:ext>
    </p:extLst>
  </p:cSld>
</p:sld>
</file>

<file path=ppt/slides/slide2.xml><?xml version="1.0" encoding="utf-8"?>
<p:sld xmlns:p="http://schemas.openxmlformats.org/presentationml/2006/main">
  <p:cSld>
    <p:bg>
      <p:bgPr>
        <a:solidFill xmlns:a="http://schemas.openxmlformats.org/drawingml/2006/main">
          <a:srgbClr val="F2F2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741A91-76AC-47D6-8545-EFCDABE4E5D1}"/>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241E"/>
                </a:solidFill>
                <a:latin typeface="Arial"/>
                <a:ea typeface="Arial"/>
                <a:cs typeface="Arial"/>
              </a:defRPr>
            </a:defPPr>
            <a:lvl1pPr>
              <a:defRPr sz="2400" b="1">
                <a:solidFill>
                  <a:srgbClr val="18241E"/>
                </a:solidFill>
                <a:latin typeface="Arial"/>
                <a:ea typeface="Arial"/>
                <a:cs typeface="Arial"/>
              </a:defRPr>
            </a:lvl1pPr>
            <a:lvl2pPr>
              <a:defRPr sz="2400" b="1">
                <a:solidFill>
                  <a:srgbClr val="18241E"/>
                </a:solidFill>
                <a:latin typeface="Arial"/>
                <a:ea typeface="Arial"/>
                <a:cs typeface="Arial"/>
              </a:defRPr>
            </a:lvl2pPr>
            <a:lvl3pPr>
              <a:defRPr sz="2400" b="1">
                <a:solidFill>
                  <a:srgbClr val="18241E"/>
                </a:solidFill>
                <a:latin typeface="Arial"/>
                <a:ea typeface="Arial"/>
                <a:cs typeface="Arial"/>
              </a:defRPr>
            </a:lvl3pPr>
            <a:lvl4pPr>
              <a:defRPr sz="2400" b="1">
                <a:solidFill>
                  <a:srgbClr val="18241E"/>
                </a:solidFill>
                <a:latin typeface="Arial"/>
                <a:ea typeface="Arial"/>
                <a:cs typeface="Arial"/>
              </a:defRPr>
            </a:lvl4pPr>
            <a:lvl5pPr>
              <a:defRPr sz="2400" b="1">
                <a:solidFill>
                  <a:srgbClr val="18241E"/>
                </a:solidFill>
                <a:latin typeface="Arial"/>
                <a:ea typeface="Arial"/>
                <a:cs typeface="Arial"/>
              </a:defRPr>
            </a:lvl5pPr>
            <a:lvl6pPr>
              <a:defRPr sz="2400" b="1">
                <a:solidFill>
                  <a:srgbClr val="18241E"/>
                </a:solidFill>
                <a:latin typeface="Arial"/>
                <a:ea typeface="Arial"/>
                <a:cs typeface="Arial"/>
              </a:defRPr>
            </a:lvl6pPr>
            <a:lvl7pPr>
              <a:defRPr sz="2400" b="1">
                <a:solidFill>
                  <a:srgbClr val="18241E"/>
                </a:solidFill>
                <a:latin typeface="Arial"/>
                <a:ea typeface="Arial"/>
                <a:cs typeface="Arial"/>
              </a:defRPr>
            </a:lvl7pPr>
            <a:lvl8pPr>
              <a:defRPr sz="2400" b="1">
                <a:solidFill>
                  <a:srgbClr val="18241E"/>
                </a:solidFill>
                <a:latin typeface="Arial"/>
                <a:ea typeface="Arial"/>
                <a:cs typeface="Arial"/>
              </a:defRPr>
            </a:lvl8pPr>
            <a:lvl9pPr>
              <a:defRPr sz="2400" b="1">
                <a:solidFill>
                  <a:srgbClr val="18241E"/>
                </a:solidFill>
                <a:latin typeface="Arial"/>
                <a:ea typeface="Arial"/>
                <a:cs typeface="Arial"/>
              </a:defRPr>
            </a:lvl9pPr>
          </a:lstStyle>
          <a:p xmlns:a="http://schemas.openxmlformats.org/drawingml/2006/main">
            <a:pPr>
              <a:defRPr sz="2400" b="1">
                <a:solidFill>
                  <a:srgbClr val="18241E"/>
                </a:solidFill>
                <a:latin typeface="Arial"/>
                <a:ea typeface="Arial"/>
                <a:cs typeface="Arial"/>
              </a:defRPr>
            </a:pPr>
            <a:r>
              <a:rPr sz="2400" b="1">
                <a:solidFill>
                  <a:srgbClr val="18241E"/>
                </a:solidFill>
                <a:latin typeface="Arial"/>
                <a:ea typeface="Arial"/>
                <a:cs typeface="Arial"/>
              </a:rPr>
              <a:t>kinevoa</a:t>
            </a:r>
          </a:p>
        </p:txBody>
      </p:sp>
      <p:sp>
        <p:nvSpPr>
          <p:cNvPr id="2" name="">
            <a:extLst xmlns:a="http://schemas.openxmlformats.org/drawingml/2006/main">
              <a:ext uri="{FF2B5EF4-FFF2-40B4-BE49-F238E27FC236}">
                <a16:creationId xmlns:a16="http://schemas.microsoft.com/office/drawing/2014/main" id="{0BE7E28F-08BB-4DAE-824B-C223E8D315FE}"/>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26B"/>
                </a:solidFill>
                <a:latin typeface="Arial"/>
                <a:ea typeface="Arial"/>
                <a:cs typeface="Arial"/>
              </a:defRPr>
            </a:defPPr>
            <a:lvl1pPr>
              <a:defRPr sz="1350" b="0">
                <a:solidFill>
                  <a:srgbClr val="68726B"/>
                </a:solidFill>
                <a:latin typeface="Arial"/>
                <a:ea typeface="Arial"/>
                <a:cs typeface="Arial"/>
              </a:defRPr>
            </a:lvl1pPr>
            <a:lvl2pPr>
              <a:defRPr sz="1350" b="0">
                <a:solidFill>
                  <a:srgbClr val="68726B"/>
                </a:solidFill>
                <a:latin typeface="Arial"/>
                <a:ea typeface="Arial"/>
                <a:cs typeface="Arial"/>
              </a:defRPr>
            </a:lvl2pPr>
            <a:lvl3pPr>
              <a:defRPr sz="1350" b="0">
                <a:solidFill>
                  <a:srgbClr val="68726B"/>
                </a:solidFill>
                <a:latin typeface="Arial"/>
                <a:ea typeface="Arial"/>
                <a:cs typeface="Arial"/>
              </a:defRPr>
            </a:lvl3pPr>
            <a:lvl4pPr>
              <a:defRPr sz="1350" b="0">
                <a:solidFill>
                  <a:srgbClr val="68726B"/>
                </a:solidFill>
                <a:latin typeface="Arial"/>
                <a:ea typeface="Arial"/>
                <a:cs typeface="Arial"/>
              </a:defRPr>
            </a:lvl4pPr>
            <a:lvl5pPr>
              <a:defRPr sz="1350" b="0">
                <a:solidFill>
                  <a:srgbClr val="68726B"/>
                </a:solidFill>
                <a:latin typeface="Arial"/>
                <a:ea typeface="Arial"/>
                <a:cs typeface="Arial"/>
              </a:defRPr>
            </a:lvl5pPr>
            <a:lvl6pPr>
              <a:defRPr sz="1350" b="0">
                <a:solidFill>
                  <a:srgbClr val="68726B"/>
                </a:solidFill>
                <a:latin typeface="Arial"/>
                <a:ea typeface="Arial"/>
                <a:cs typeface="Arial"/>
              </a:defRPr>
            </a:lvl6pPr>
            <a:lvl7pPr>
              <a:defRPr sz="1350" b="0">
                <a:solidFill>
                  <a:srgbClr val="68726B"/>
                </a:solidFill>
                <a:latin typeface="Arial"/>
                <a:ea typeface="Arial"/>
                <a:cs typeface="Arial"/>
              </a:defRPr>
            </a:lvl7pPr>
            <a:lvl8pPr>
              <a:defRPr sz="1350" b="0">
                <a:solidFill>
                  <a:srgbClr val="68726B"/>
                </a:solidFill>
                <a:latin typeface="Arial"/>
                <a:ea typeface="Arial"/>
                <a:cs typeface="Arial"/>
              </a:defRPr>
            </a:lvl8pPr>
            <a:lvl9pPr>
              <a:defRPr sz="1350" b="0">
                <a:solidFill>
                  <a:srgbClr val="68726B"/>
                </a:solidFill>
                <a:latin typeface="Arial"/>
                <a:ea typeface="Arial"/>
                <a:cs typeface="Arial"/>
              </a:defRPr>
            </a:lvl9pPr>
          </a:lstStyle>
          <a:p xmlns:a="http://schemas.openxmlformats.org/drawingml/2006/main">
            <a:pPr>
              <a:defRPr sz="1350" b="0">
                <a:solidFill>
                  <a:srgbClr val="68726B"/>
                </a:solidFill>
                <a:latin typeface="Arial"/>
                <a:ea typeface="Arial"/>
                <a:cs typeface="Arial"/>
              </a:defRPr>
            </a:pPr>
            <a:r>
              <a:rPr sz="1350" b="0">
                <a:solidFill>
                  <a:srgbClr val="6872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24AD257-11A4-4823-9E2C-12EBB018FB7A}"/>
              </a:ext>
            </a:extLst>
          </p:cNvPr>
          <p:cNvSpPr>
            <a:spLocks xmlns:a="http://schemas.openxmlformats.org/drawingml/2006/main" noGrp="1"/>
          </p:cNvSpPr>
          <p:nvPr/>
        </p:nvSpPr>
        <p:spPr>
          <a:xfrm xmlns:a="http://schemas.openxmlformats.org/drawingml/2006/main">
            <a:off x="685800" y="138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241E"/>
                </a:solidFill>
                <a:latin typeface="Arial"/>
                <a:ea typeface="Arial"/>
                <a:cs typeface="Arial"/>
              </a:defRPr>
            </a:defPPr>
            <a:lvl1pPr>
              <a:defRPr sz="3600" b="1">
                <a:solidFill>
                  <a:srgbClr val="18241E"/>
                </a:solidFill>
                <a:latin typeface="Arial"/>
                <a:ea typeface="Arial"/>
                <a:cs typeface="Arial"/>
              </a:defRPr>
            </a:lvl1pPr>
            <a:lvl2pPr>
              <a:defRPr sz="3600" b="1">
                <a:solidFill>
                  <a:srgbClr val="18241E"/>
                </a:solidFill>
                <a:latin typeface="Arial"/>
                <a:ea typeface="Arial"/>
                <a:cs typeface="Arial"/>
              </a:defRPr>
            </a:lvl2pPr>
            <a:lvl3pPr>
              <a:defRPr sz="3600" b="1">
                <a:solidFill>
                  <a:srgbClr val="18241E"/>
                </a:solidFill>
                <a:latin typeface="Arial"/>
                <a:ea typeface="Arial"/>
                <a:cs typeface="Arial"/>
              </a:defRPr>
            </a:lvl3pPr>
            <a:lvl4pPr>
              <a:defRPr sz="3600" b="1">
                <a:solidFill>
                  <a:srgbClr val="18241E"/>
                </a:solidFill>
                <a:latin typeface="Arial"/>
                <a:ea typeface="Arial"/>
                <a:cs typeface="Arial"/>
              </a:defRPr>
            </a:lvl4pPr>
            <a:lvl5pPr>
              <a:defRPr sz="3600" b="1">
                <a:solidFill>
                  <a:srgbClr val="18241E"/>
                </a:solidFill>
                <a:latin typeface="Arial"/>
                <a:ea typeface="Arial"/>
                <a:cs typeface="Arial"/>
              </a:defRPr>
            </a:lvl5pPr>
            <a:lvl6pPr>
              <a:defRPr sz="3600" b="1">
                <a:solidFill>
                  <a:srgbClr val="18241E"/>
                </a:solidFill>
                <a:latin typeface="Arial"/>
                <a:ea typeface="Arial"/>
                <a:cs typeface="Arial"/>
              </a:defRPr>
            </a:lvl6pPr>
            <a:lvl7pPr>
              <a:defRPr sz="3600" b="1">
                <a:solidFill>
                  <a:srgbClr val="18241E"/>
                </a:solidFill>
                <a:latin typeface="Arial"/>
                <a:ea typeface="Arial"/>
                <a:cs typeface="Arial"/>
              </a:defRPr>
            </a:lvl7pPr>
            <a:lvl8pPr>
              <a:defRPr sz="3600" b="1">
                <a:solidFill>
                  <a:srgbClr val="18241E"/>
                </a:solidFill>
                <a:latin typeface="Arial"/>
                <a:ea typeface="Arial"/>
                <a:cs typeface="Arial"/>
              </a:defRPr>
            </a:lvl8pPr>
            <a:lvl9pPr>
              <a:defRPr sz="3600" b="1">
                <a:solidFill>
                  <a:srgbClr val="18241E"/>
                </a:solidFill>
                <a:latin typeface="Arial"/>
                <a:ea typeface="Arial"/>
                <a:cs typeface="Arial"/>
              </a:defRPr>
            </a:lvl9pPr>
          </a:lstStyle>
          <a:p xmlns:a="http://schemas.openxmlformats.org/drawingml/2006/main">
            <a:pPr>
              <a:defRPr sz="3600" b="1">
                <a:solidFill>
                  <a:srgbClr val="18241E"/>
                </a:solidFill>
                <a:latin typeface="Arial"/>
                <a:ea typeface="Arial"/>
                <a:cs typeface="Arial"/>
              </a:defRPr>
            </a:pPr>
            <a:r>
              <a:rPr sz="3600" b="1">
                <a:solidFill>
                  <a:srgbClr val="18241E"/>
                </a:solidFill>
                <a:latin typeface="Arial"/>
                <a:ea typeface="Arial"/>
                <a:cs typeface="Arial"/>
              </a:rPr>
              <a:t>The demo task</a:t>
            </a:r>
          </a:p>
        </p:txBody>
      </p:sp>
      <p:sp>
        <p:nvSpPr>
          <p:cNvPr id="4" name="">
            <a:extLst xmlns:a="http://schemas.openxmlformats.org/drawingml/2006/main">
              <a:ext uri="{FF2B5EF4-FFF2-40B4-BE49-F238E27FC236}">
                <a16:creationId xmlns:a16="http://schemas.microsoft.com/office/drawing/2014/main" id="{25DA1871-C194-4158-8B69-DC4BDFA8D9E1}"/>
              </a:ext>
            </a:extLst>
          </p:cNvPr>
          <p:cNvSpPr>
            <a:spLocks xmlns:a="http://schemas.openxmlformats.org/drawingml/2006/main" noGrp="1"/>
          </p:cNvSpPr>
          <p:nvPr/>
        </p:nvSpPr>
        <p:spPr>
          <a:xfrm xmlns:a="http://schemas.openxmlformats.org/drawingml/2006/main">
            <a:off x="685800" y="24765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18241E"/>
                </a:solidFill>
                <a:latin typeface="Arial"/>
                <a:ea typeface="Arial"/>
                <a:cs typeface="Arial"/>
              </a:defRPr>
            </a:defPPr>
            <a:lvl1pPr>
              <a:defRPr sz="3000" b="0">
                <a:solidFill>
                  <a:srgbClr val="18241E"/>
                </a:solidFill>
                <a:latin typeface="Arial"/>
                <a:ea typeface="Arial"/>
                <a:cs typeface="Arial"/>
              </a:defRPr>
            </a:lvl1pPr>
            <a:lvl2pPr>
              <a:defRPr sz="3000" b="0">
                <a:solidFill>
                  <a:srgbClr val="18241E"/>
                </a:solidFill>
                <a:latin typeface="Arial"/>
                <a:ea typeface="Arial"/>
                <a:cs typeface="Arial"/>
              </a:defRPr>
            </a:lvl2pPr>
            <a:lvl3pPr>
              <a:defRPr sz="3000" b="0">
                <a:solidFill>
                  <a:srgbClr val="18241E"/>
                </a:solidFill>
                <a:latin typeface="Arial"/>
                <a:ea typeface="Arial"/>
                <a:cs typeface="Arial"/>
              </a:defRPr>
            </a:lvl3pPr>
            <a:lvl4pPr>
              <a:defRPr sz="3000" b="0">
                <a:solidFill>
                  <a:srgbClr val="18241E"/>
                </a:solidFill>
                <a:latin typeface="Arial"/>
                <a:ea typeface="Arial"/>
                <a:cs typeface="Arial"/>
              </a:defRPr>
            </a:lvl4pPr>
            <a:lvl5pPr>
              <a:defRPr sz="3000" b="0">
                <a:solidFill>
                  <a:srgbClr val="18241E"/>
                </a:solidFill>
                <a:latin typeface="Arial"/>
                <a:ea typeface="Arial"/>
                <a:cs typeface="Arial"/>
              </a:defRPr>
            </a:lvl5pPr>
            <a:lvl6pPr>
              <a:defRPr sz="3000" b="0">
                <a:solidFill>
                  <a:srgbClr val="18241E"/>
                </a:solidFill>
                <a:latin typeface="Arial"/>
                <a:ea typeface="Arial"/>
                <a:cs typeface="Arial"/>
              </a:defRPr>
            </a:lvl6pPr>
            <a:lvl7pPr>
              <a:defRPr sz="3000" b="0">
                <a:solidFill>
                  <a:srgbClr val="18241E"/>
                </a:solidFill>
                <a:latin typeface="Arial"/>
                <a:ea typeface="Arial"/>
                <a:cs typeface="Arial"/>
              </a:defRPr>
            </a:lvl7pPr>
            <a:lvl8pPr>
              <a:defRPr sz="3000" b="0">
                <a:solidFill>
                  <a:srgbClr val="18241E"/>
                </a:solidFill>
                <a:latin typeface="Arial"/>
                <a:ea typeface="Arial"/>
                <a:cs typeface="Arial"/>
              </a:defRPr>
            </a:lvl8pPr>
            <a:lvl9pPr>
              <a:defRPr sz="3000" b="0">
                <a:solidFill>
                  <a:srgbClr val="18241E"/>
                </a:solidFill>
                <a:latin typeface="Arial"/>
                <a:ea typeface="Arial"/>
                <a:cs typeface="Arial"/>
              </a:defRPr>
            </a:lvl9pPr>
          </a:lstStyle>
          <a:p xmlns:a="http://schemas.openxmlformats.org/drawingml/2006/main">
            <a:pPr>
              <a:defRPr sz="3000" b="0">
                <a:solidFill>
                  <a:srgbClr val="18241E"/>
                </a:solidFill>
                <a:latin typeface="Arial"/>
                <a:ea typeface="Arial"/>
                <a:cs typeface="Arial"/>
              </a:defRPr>
            </a:pPr>
            <a:r>
              <a:rPr sz="3000" b="0">
                <a:solidFill>
                  <a:srgbClr val="18241E"/>
                </a:solidFill>
                <a:latin typeface="Arial"/>
                <a:ea typeface="Arial"/>
                <a:cs typeface="Arial"/>
              </a:rPr>
              <a:t>A person exercises in front of a phone.</a:t>
            </a:r>
          </a:p>
          <a:p xmlns:a="http://schemas.openxmlformats.org/drawingml/2006/main">
            <a:pPr>
              <a:defRPr sz="3000" b="0">
                <a:solidFill>
                  <a:srgbClr val="18241E"/>
                </a:solidFill>
                <a:latin typeface="Arial"/>
                <a:ea typeface="Arial"/>
                <a:cs typeface="Arial"/>
              </a:defRPr>
            </a:pPr>
            <a:r>
              <a:rPr sz="3000" b="0">
                <a:solidFill>
                  <a:srgbClr val="18241E"/>
                </a:solidFill>
                <a:latin typeface="Arial"/>
                <a:ea typeface="Arial"/>
                <a:cs typeface="Arial"/>
              </a:rPr>
              <a:t>The app displays the recognised exercise.</a:t>
            </a:r>
          </a:p>
        </p:txBody>
      </p:sp>
      <p:sp>
        <p:nvSpPr>
          <p:cNvPr id="5" name="">
            <a:extLst xmlns:a="http://schemas.openxmlformats.org/drawingml/2006/main">
              <a:ext uri="{FF2B5EF4-FFF2-40B4-BE49-F238E27FC236}">
                <a16:creationId xmlns:a16="http://schemas.microsoft.com/office/drawing/2014/main" id="{99012C5E-8B33-4718-93BD-4C01B16C03C9}"/>
              </a:ext>
            </a:extLst>
          </p:cNvPr>
          <p:cNvSpPr>
            <a:spLocks xmlns:a="http://schemas.openxmlformats.org/drawingml/2006/main" noGrp="1"/>
          </p:cNvSpPr>
          <p:nvPr/>
        </p:nvSpPr>
        <p:spPr>
          <a:xfrm xmlns:a="http://schemas.openxmlformats.org/drawingml/2006/main">
            <a:off x="685800" y="4905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8726B"/>
                </a:solidFill>
                <a:latin typeface="Arial"/>
                <a:ea typeface="Arial"/>
                <a:cs typeface="Arial"/>
              </a:defRPr>
            </a:defPPr>
            <a:lvl1pPr>
              <a:defRPr sz="2100" b="0">
                <a:solidFill>
                  <a:srgbClr val="68726B"/>
                </a:solidFill>
                <a:latin typeface="Arial"/>
                <a:ea typeface="Arial"/>
                <a:cs typeface="Arial"/>
              </a:defRPr>
            </a:lvl1pPr>
            <a:lvl2pPr>
              <a:defRPr sz="2100" b="0">
                <a:solidFill>
                  <a:srgbClr val="68726B"/>
                </a:solidFill>
                <a:latin typeface="Arial"/>
                <a:ea typeface="Arial"/>
                <a:cs typeface="Arial"/>
              </a:defRPr>
            </a:lvl2pPr>
            <a:lvl3pPr>
              <a:defRPr sz="2100" b="0">
                <a:solidFill>
                  <a:srgbClr val="68726B"/>
                </a:solidFill>
                <a:latin typeface="Arial"/>
                <a:ea typeface="Arial"/>
                <a:cs typeface="Arial"/>
              </a:defRPr>
            </a:lvl3pPr>
            <a:lvl4pPr>
              <a:defRPr sz="2100" b="0">
                <a:solidFill>
                  <a:srgbClr val="68726B"/>
                </a:solidFill>
                <a:latin typeface="Arial"/>
                <a:ea typeface="Arial"/>
                <a:cs typeface="Arial"/>
              </a:defRPr>
            </a:lvl4pPr>
            <a:lvl5pPr>
              <a:defRPr sz="2100" b="0">
                <a:solidFill>
                  <a:srgbClr val="68726B"/>
                </a:solidFill>
                <a:latin typeface="Arial"/>
                <a:ea typeface="Arial"/>
                <a:cs typeface="Arial"/>
              </a:defRPr>
            </a:lvl5pPr>
            <a:lvl6pPr>
              <a:defRPr sz="2100" b="0">
                <a:solidFill>
                  <a:srgbClr val="68726B"/>
                </a:solidFill>
                <a:latin typeface="Arial"/>
                <a:ea typeface="Arial"/>
                <a:cs typeface="Arial"/>
              </a:defRPr>
            </a:lvl6pPr>
            <a:lvl7pPr>
              <a:defRPr sz="2100" b="0">
                <a:solidFill>
                  <a:srgbClr val="68726B"/>
                </a:solidFill>
                <a:latin typeface="Arial"/>
                <a:ea typeface="Arial"/>
                <a:cs typeface="Arial"/>
              </a:defRPr>
            </a:lvl7pPr>
            <a:lvl8pPr>
              <a:defRPr sz="2100" b="0">
                <a:solidFill>
                  <a:srgbClr val="68726B"/>
                </a:solidFill>
                <a:latin typeface="Arial"/>
                <a:ea typeface="Arial"/>
                <a:cs typeface="Arial"/>
              </a:defRPr>
            </a:lvl8pPr>
            <a:lvl9pPr>
              <a:defRPr sz="2100" b="0">
                <a:solidFill>
                  <a:srgbClr val="68726B"/>
                </a:solidFill>
                <a:latin typeface="Arial"/>
                <a:ea typeface="Arial"/>
                <a:cs typeface="Arial"/>
              </a:defRPr>
            </a:lvl9pPr>
          </a:lstStyle>
          <a:p xmlns:a="http://schemas.openxmlformats.org/drawingml/2006/main">
            <a:pPr>
              <a:defRPr sz="2100" b="0">
                <a:solidFill>
                  <a:srgbClr val="68726B"/>
                </a:solidFill>
                <a:latin typeface="Arial"/>
                <a:ea typeface="Arial"/>
                <a:cs typeface="Arial"/>
              </a:defRPr>
            </a:pPr>
            <a:r>
              <a:rPr sz="2100" b="0">
                <a:solidFill>
                  <a:srgbClr val="68726B"/>
                </a:solidFill>
                <a:latin typeface="Arial"/>
                <a:ea typeface="Arial"/>
                <a:cs typeface="Arial"/>
              </a:rPr>
              <a:t>One participant. One camera. A small set of labels.</a:t>
            </a:r>
          </a:p>
        </p:txBody>
      </p:sp>
    </p:spTree>
    <p:extLst>
      <p:ext uri="{BB962C8B-B14F-4D97-AF65-F5344CB8AC3E}">
        <p14:creationId xmlns:p14="http://schemas.microsoft.com/office/powerpoint/2010/main" val="688200842"/>
      </p:ext>
    </p:extLst>
  </p:cSld>
</p:sld>
</file>

<file path=ppt/slides/slide3.xml><?xml version="1.0" encoding="utf-8"?>
<p:sld xmlns:p="http://schemas.openxmlformats.org/presentationml/2006/main">
  <p:cSld>
    <p:bg>
      <p:bgPr>
        <a:solidFill xmlns:a="http://schemas.openxmlformats.org/drawingml/2006/main">
          <a:srgbClr val="18241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3CAD02-D2AF-4EC6-A5BC-10BD357B3A3D}"/>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BF5B3"/>
                </a:solidFill>
                <a:latin typeface="Arial"/>
                <a:ea typeface="Arial"/>
                <a:cs typeface="Arial"/>
              </a:defRPr>
            </a:defPPr>
            <a:lvl1pPr>
              <a:defRPr sz="2400" b="1">
                <a:solidFill>
                  <a:srgbClr val="BBF5B3"/>
                </a:solidFill>
                <a:latin typeface="Arial"/>
                <a:ea typeface="Arial"/>
                <a:cs typeface="Arial"/>
              </a:defRPr>
            </a:lvl1pPr>
            <a:lvl2pPr>
              <a:defRPr sz="2400" b="1">
                <a:solidFill>
                  <a:srgbClr val="BBF5B3"/>
                </a:solidFill>
                <a:latin typeface="Arial"/>
                <a:ea typeface="Arial"/>
                <a:cs typeface="Arial"/>
              </a:defRPr>
            </a:lvl2pPr>
            <a:lvl3pPr>
              <a:defRPr sz="2400" b="1">
                <a:solidFill>
                  <a:srgbClr val="BBF5B3"/>
                </a:solidFill>
                <a:latin typeface="Arial"/>
                <a:ea typeface="Arial"/>
                <a:cs typeface="Arial"/>
              </a:defRPr>
            </a:lvl3pPr>
            <a:lvl4pPr>
              <a:defRPr sz="2400" b="1">
                <a:solidFill>
                  <a:srgbClr val="BBF5B3"/>
                </a:solidFill>
                <a:latin typeface="Arial"/>
                <a:ea typeface="Arial"/>
                <a:cs typeface="Arial"/>
              </a:defRPr>
            </a:lvl4pPr>
            <a:lvl5pPr>
              <a:defRPr sz="2400" b="1">
                <a:solidFill>
                  <a:srgbClr val="BBF5B3"/>
                </a:solidFill>
                <a:latin typeface="Arial"/>
                <a:ea typeface="Arial"/>
                <a:cs typeface="Arial"/>
              </a:defRPr>
            </a:lvl5pPr>
            <a:lvl6pPr>
              <a:defRPr sz="2400" b="1">
                <a:solidFill>
                  <a:srgbClr val="BBF5B3"/>
                </a:solidFill>
                <a:latin typeface="Arial"/>
                <a:ea typeface="Arial"/>
                <a:cs typeface="Arial"/>
              </a:defRPr>
            </a:lvl6pPr>
            <a:lvl7pPr>
              <a:defRPr sz="2400" b="1">
                <a:solidFill>
                  <a:srgbClr val="BBF5B3"/>
                </a:solidFill>
                <a:latin typeface="Arial"/>
                <a:ea typeface="Arial"/>
                <a:cs typeface="Arial"/>
              </a:defRPr>
            </a:lvl7pPr>
            <a:lvl8pPr>
              <a:defRPr sz="2400" b="1">
                <a:solidFill>
                  <a:srgbClr val="BBF5B3"/>
                </a:solidFill>
                <a:latin typeface="Arial"/>
                <a:ea typeface="Arial"/>
                <a:cs typeface="Arial"/>
              </a:defRPr>
            </a:lvl8pPr>
            <a:lvl9pPr>
              <a:defRPr sz="2400" b="1">
                <a:solidFill>
                  <a:srgbClr val="BBF5B3"/>
                </a:solidFill>
                <a:latin typeface="Arial"/>
                <a:ea typeface="Arial"/>
                <a:cs typeface="Arial"/>
              </a:defRPr>
            </a:lvl9pPr>
          </a:lstStyle>
          <a:p xmlns:a="http://schemas.openxmlformats.org/drawingml/2006/main">
            <a:pPr>
              <a:defRPr sz="2400" b="1">
                <a:solidFill>
                  <a:srgbClr val="BBF5B3"/>
                </a:solidFill>
                <a:latin typeface="Arial"/>
                <a:ea typeface="Arial"/>
                <a:cs typeface="Arial"/>
              </a:defRPr>
            </a:pPr>
            <a:r>
              <a:rPr sz="2400" b="1">
                <a:solidFill>
                  <a:srgbClr val="BBF5B3"/>
                </a:solidFill>
                <a:latin typeface="Arial"/>
                <a:ea typeface="Arial"/>
                <a:cs typeface="Arial"/>
              </a:rPr>
              <a:t>kinevoa</a:t>
            </a:r>
          </a:p>
        </p:txBody>
      </p:sp>
      <p:sp>
        <p:nvSpPr>
          <p:cNvPr id="2" name="">
            <a:extLst xmlns:a="http://schemas.openxmlformats.org/drawingml/2006/main">
              <a:ext uri="{FF2B5EF4-FFF2-40B4-BE49-F238E27FC236}">
                <a16:creationId xmlns:a16="http://schemas.microsoft.com/office/drawing/2014/main" id="{31884EEB-582B-4A3E-865E-B059A8341E0D}"/>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BF5B3"/>
                </a:solidFill>
                <a:latin typeface="Arial"/>
                <a:ea typeface="Arial"/>
                <a:cs typeface="Arial"/>
              </a:defRPr>
            </a:defPPr>
            <a:lvl1pPr>
              <a:defRPr sz="1350" b="0">
                <a:solidFill>
                  <a:srgbClr val="BBF5B3"/>
                </a:solidFill>
                <a:latin typeface="Arial"/>
                <a:ea typeface="Arial"/>
                <a:cs typeface="Arial"/>
              </a:defRPr>
            </a:lvl1pPr>
            <a:lvl2pPr>
              <a:defRPr sz="1350" b="0">
                <a:solidFill>
                  <a:srgbClr val="BBF5B3"/>
                </a:solidFill>
                <a:latin typeface="Arial"/>
                <a:ea typeface="Arial"/>
                <a:cs typeface="Arial"/>
              </a:defRPr>
            </a:lvl2pPr>
            <a:lvl3pPr>
              <a:defRPr sz="1350" b="0">
                <a:solidFill>
                  <a:srgbClr val="BBF5B3"/>
                </a:solidFill>
                <a:latin typeface="Arial"/>
                <a:ea typeface="Arial"/>
                <a:cs typeface="Arial"/>
              </a:defRPr>
            </a:lvl3pPr>
            <a:lvl4pPr>
              <a:defRPr sz="1350" b="0">
                <a:solidFill>
                  <a:srgbClr val="BBF5B3"/>
                </a:solidFill>
                <a:latin typeface="Arial"/>
                <a:ea typeface="Arial"/>
                <a:cs typeface="Arial"/>
              </a:defRPr>
            </a:lvl4pPr>
            <a:lvl5pPr>
              <a:defRPr sz="1350" b="0">
                <a:solidFill>
                  <a:srgbClr val="BBF5B3"/>
                </a:solidFill>
                <a:latin typeface="Arial"/>
                <a:ea typeface="Arial"/>
                <a:cs typeface="Arial"/>
              </a:defRPr>
            </a:lvl5pPr>
            <a:lvl6pPr>
              <a:defRPr sz="1350" b="0">
                <a:solidFill>
                  <a:srgbClr val="BBF5B3"/>
                </a:solidFill>
                <a:latin typeface="Arial"/>
                <a:ea typeface="Arial"/>
                <a:cs typeface="Arial"/>
              </a:defRPr>
            </a:lvl6pPr>
            <a:lvl7pPr>
              <a:defRPr sz="1350" b="0">
                <a:solidFill>
                  <a:srgbClr val="BBF5B3"/>
                </a:solidFill>
                <a:latin typeface="Arial"/>
                <a:ea typeface="Arial"/>
                <a:cs typeface="Arial"/>
              </a:defRPr>
            </a:lvl7pPr>
            <a:lvl8pPr>
              <a:defRPr sz="1350" b="0">
                <a:solidFill>
                  <a:srgbClr val="BBF5B3"/>
                </a:solidFill>
                <a:latin typeface="Arial"/>
                <a:ea typeface="Arial"/>
                <a:cs typeface="Arial"/>
              </a:defRPr>
            </a:lvl8pPr>
            <a:lvl9pPr>
              <a:defRPr sz="1350" b="0">
                <a:solidFill>
                  <a:srgbClr val="BBF5B3"/>
                </a:solidFill>
                <a:latin typeface="Arial"/>
                <a:ea typeface="Arial"/>
                <a:cs typeface="Arial"/>
              </a:defRPr>
            </a:lvl9pPr>
          </a:lstStyle>
          <a:p xmlns:a="http://schemas.openxmlformats.org/drawingml/2006/main">
            <a:pPr>
              <a:defRPr sz="1350" b="0">
                <a:solidFill>
                  <a:srgbClr val="BBF5B3"/>
                </a:solidFill>
                <a:latin typeface="Arial"/>
                <a:ea typeface="Arial"/>
                <a:cs typeface="Arial"/>
              </a:defRPr>
            </a:pPr>
            <a:r>
              <a:rPr sz="1350" b="0">
                <a:solidFill>
                  <a:srgbClr val="BBF5B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D26A39D-F68F-4D90-8535-F20B6CC452E0}"/>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2F2EB"/>
                </a:solidFill>
                <a:latin typeface="Arial"/>
                <a:ea typeface="Arial"/>
                <a:cs typeface="Arial"/>
              </a:defRPr>
            </a:defPPr>
            <a:lvl1pPr>
              <a:defRPr sz="3600" b="1">
                <a:solidFill>
                  <a:srgbClr val="F2F2EB"/>
                </a:solidFill>
                <a:latin typeface="Arial"/>
                <a:ea typeface="Arial"/>
                <a:cs typeface="Arial"/>
              </a:defRPr>
            </a:lvl1pPr>
            <a:lvl2pPr>
              <a:defRPr sz="3600" b="1">
                <a:solidFill>
                  <a:srgbClr val="F2F2EB"/>
                </a:solidFill>
                <a:latin typeface="Arial"/>
                <a:ea typeface="Arial"/>
                <a:cs typeface="Arial"/>
              </a:defRPr>
            </a:lvl2pPr>
            <a:lvl3pPr>
              <a:defRPr sz="3600" b="1">
                <a:solidFill>
                  <a:srgbClr val="F2F2EB"/>
                </a:solidFill>
                <a:latin typeface="Arial"/>
                <a:ea typeface="Arial"/>
                <a:cs typeface="Arial"/>
              </a:defRPr>
            </a:lvl3pPr>
            <a:lvl4pPr>
              <a:defRPr sz="3600" b="1">
                <a:solidFill>
                  <a:srgbClr val="F2F2EB"/>
                </a:solidFill>
                <a:latin typeface="Arial"/>
                <a:ea typeface="Arial"/>
                <a:cs typeface="Arial"/>
              </a:defRPr>
            </a:lvl4pPr>
            <a:lvl5pPr>
              <a:defRPr sz="3600" b="1">
                <a:solidFill>
                  <a:srgbClr val="F2F2EB"/>
                </a:solidFill>
                <a:latin typeface="Arial"/>
                <a:ea typeface="Arial"/>
                <a:cs typeface="Arial"/>
              </a:defRPr>
            </a:lvl5pPr>
            <a:lvl6pPr>
              <a:defRPr sz="3600" b="1">
                <a:solidFill>
                  <a:srgbClr val="F2F2EB"/>
                </a:solidFill>
                <a:latin typeface="Arial"/>
                <a:ea typeface="Arial"/>
                <a:cs typeface="Arial"/>
              </a:defRPr>
            </a:lvl6pPr>
            <a:lvl7pPr>
              <a:defRPr sz="3600" b="1">
                <a:solidFill>
                  <a:srgbClr val="F2F2EB"/>
                </a:solidFill>
                <a:latin typeface="Arial"/>
                <a:ea typeface="Arial"/>
                <a:cs typeface="Arial"/>
              </a:defRPr>
            </a:lvl7pPr>
            <a:lvl8pPr>
              <a:defRPr sz="3600" b="1">
                <a:solidFill>
                  <a:srgbClr val="F2F2EB"/>
                </a:solidFill>
                <a:latin typeface="Arial"/>
                <a:ea typeface="Arial"/>
                <a:cs typeface="Arial"/>
              </a:defRPr>
            </a:lvl8pPr>
            <a:lvl9pPr>
              <a:defRPr sz="3600" b="1">
                <a:solidFill>
                  <a:srgbClr val="F2F2EB"/>
                </a:solidFill>
                <a:latin typeface="Arial"/>
                <a:ea typeface="Arial"/>
                <a:cs typeface="Arial"/>
              </a:defRPr>
            </a:lvl9pPr>
          </a:lstStyle>
          <a:p xmlns:a="http://schemas.openxmlformats.org/drawingml/2006/main">
            <a:pPr>
              <a:defRPr sz="3600" b="1">
                <a:solidFill>
                  <a:srgbClr val="F2F2EB"/>
                </a:solidFill>
                <a:latin typeface="Arial"/>
                <a:ea typeface="Arial"/>
                <a:cs typeface="Arial"/>
              </a:defRPr>
            </a:pPr>
            <a:r>
              <a:rPr sz="3600" b="1">
                <a:solidFill>
                  <a:srgbClr val="F2F2EB"/>
                </a:solidFill>
                <a:latin typeface="Arial"/>
                <a:ea typeface="Arial"/>
                <a:cs typeface="Arial"/>
              </a:rPr>
              <a:t>The labels</a:t>
            </a:r>
          </a:p>
        </p:txBody>
      </p:sp>
      <p:sp>
        <p:nvSpPr>
          <p:cNvPr id="4" name="">
            <a:extLst xmlns:a="http://schemas.openxmlformats.org/drawingml/2006/main">
              <a:ext uri="{FF2B5EF4-FFF2-40B4-BE49-F238E27FC236}">
                <a16:creationId xmlns:a16="http://schemas.microsoft.com/office/drawing/2014/main" id="{FC10CE83-4475-4E25-8DD5-E7A1FC276F8B}"/>
              </a:ext>
            </a:extLst>
          </p:cNvPr>
          <p:cNvSpPr>
            <a:spLocks xmlns:a="http://schemas.openxmlformats.org/drawingml/2006/main" noGrp="1"/>
          </p:cNvSpPr>
          <p:nvPr/>
        </p:nvSpPr>
        <p:spPr>
          <a:xfrm xmlns:a="http://schemas.openxmlformats.org/drawingml/2006/main">
            <a:off x="685800" y="2333625"/>
            <a:ext cx="952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BBF5B3"/>
                </a:solidFill>
                <a:latin typeface="Arial"/>
                <a:ea typeface="Arial"/>
                <a:cs typeface="Arial"/>
              </a:defRPr>
            </a:defPPr>
            <a:lvl1pPr>
              <a:defRPr sz="4350" b="1">
                <a:solidFill>
                  <a:srgbClr val="BBF5B3"/>
                </a:solidFill>
                <a:latin typeface="Arial"/>
                <a:ea typeface="Arial"/>
                <a:cs typeface="Arial"/>
              </a:defRPr>
            </a:lvl1pPr>
            <a:lvl2pPr>
              <a:defRPr sz="4350" b="1">
                <a:solidFill>
                  <a:srgbClr val="BBF5B3"/>
                </a:solidFill>
                <a:latin typeface="Arial"/>
                <a:ea typeface="Arial"/>
                <a:cs typeface="Arial"/>
              </a:defRPr>
            </a:lvl2pPr>
            <a:lvl3pPr>
              <a:defRPr sz="4350" b="1">
                <a:solidFill>
                  <a:srgbClr val="BBF5B3"/>
                </a:solidFill>
                <a:latin typeface="Arial"/>
                <a:ea typeface="Arial"/>
                <a:cs typeface="Arial"/>
              </a:defRPr>
            </a:lvl3pPr>
            <a:lvl4pPr>
              <a:defRPr sz="4350" b="1">
                <a:solidFill>
                  <a:srgbClr val="BBF5B3"/>
                </a:solidFill>
                <a:latin typeface="Arial"/>
                <a:ea typeface="Arial"/>
                <a:cs typeface="Arial"/>
              </a:defRPr>
            </a:lvl4pPr>
            <a:lvl5pPr>
              <a:defRPr sz="4350" b="1">
                <a:solidFill>
                  <a:srgbClr val="BBF5B3"/>
                </a:solidFill>
                <a:latin typeface="Arial"/>
                <a:ea typeface="Arial"/>
                <a:cs typeface="Arial"/>
              </a:defRPr>
            </a:lvl5pPr>
            <a:lvl6pPr>
              <a:defRPr sz="4350" b="1">
                <a:solidFill>
                  <a:srgbClr val="BBF5B3"/>
                </a:solidFill>
                <a:latin typeface="Arial"/>
                <a:ea typeface="Arial"/>
                <a:cs typeface="Arial"/>
              </a:defRPr>
            </a:lvl6pPr>
            <a:lvl7pPr>
              <a:defRPr sz="4350" b="1">
                <a:solidFill>
                  <a:srgbClr val="BBF5B3"/>
                </a:solidFill>
                <a:latin typeface="Arial"/>
                <a:ea typeface="Arial"/>
                <a:cs typeface="Arial"/>
              </a:defRPr>
            </a:lvl7pPr>
            <a:lvl8pPr>
              <a:defRPr sz="4350" b="1">
                <a:solidFill>
                  <a:srgbClr val="BBF5B3"/>
                </a:solidFill>
                <a:latin typeface="Arial"/>
                <a:ea typeface="Arial"/>
                <a:cs typeface="Arial"/>
              </a:defRPr>
            </a:lvl8pPr>
            <a:lvl9pPr>
              <a:defRPr sz="4350" b="1">
                <a:solidFill>
                  <a:srgbClr val="BBF5B3"/>
                </a:solidFill>
                <a:latin typeface="Arial"/>
                <a:ea typeface="Arial"/>
                <a:cs typeface="Arial"/>
              </a:defRPr>
            </a:lvl9pPr>
          </a:lstStyle>
          <a:p xmlns:a="http://schemas.openxmlformats.org/drawingml/2006/main">
            <a:pPr>
              <a:defRPr sz="4350" b="1">
                <a:solidFill>
                  <a:srgbClr val="BBF5B3"/>
                </a:solidFill>
                <a:latin typeface="Arial"/>
                <a:ea typeface="Arial"/>
                <a:cs typeface="Arial"/>
              </a:defRPr>
            </a:pPr>
            <a:r>
              <a:rPr sz="4350" b="1">
                <a:solidFill>
                  <a:srgbClr val="BBF5B3"/>
                </a:solidFill>
                <a:latin typeface="Arial"/>
                <a:ea typeface="Arial"/>
                <a:cs typeface="Arial"/>
              </a:rPr>
              <a:t>Squat</a:t>
            </a:r>
          </a:p>
          <a:p xmlns:a="http://schemas.openxmlformats.org/drawingml/2006/main">
            <a:pPr>
              <a:defRPr sz="4350" b="1">
                <a:solidFill>
                  <a:srgbClr val="BBF5B3"/>
                </a:solidFill>
                <a:latin typeface="Arial"/>
                <a:ea typeface="Arial"/>
                <a:cs typeface="Arial"/>
              </a:defRPr>
            </a:pPr>
            <a:r>
              <a:rPr sz="4350" b="1">
                <a:solidFill>
                  <a:srgbClr val="BBF5B3"/>
                </a:solidFill>
                <a:latin typeface="Arial"/>
                <a:ea typeface="Arial"/>
                <a:cs typeface="Arial"/>
              </a:rPr>
              <a:t>Push-up</a:t>
            </a:r>
          </a:p>
          <a:p xmlns:a="http://schemas.openxmlformats.org/drawingml/2006/main">
            <a:pPr>
              <a:defRPr sz="4350" b="1">
                <a:solidFill>
                  <a:srgbClr val="BBF5B3"/>
                </a:solidFill>
                <a:latin typeface="Arial"/>
                <a:ea typeface="Arial"/>
                <a:cs typeface="Arial"/>
              </a:defRPr>
            </a:pPr>
            <a:r>
              <a:rPr sz="4350" b="1">
                <a:solidFill>
                  <a:srgbClr val="BBF5B3"/>
                </a:solidFill>
                <a:latin typeface="Arial"/>
                <a:ea typeface="Arial"/>
                <a:cs typeface="Arial"/>
              </a:rPr>
              <a:t>Lateral raise</a:t>
            </a:r>
          </a:p>
        </p:txBody>
      </p:sp>
      <p:sp>
        <p:nvSpPr>
          <p:cNvPr id="5" name="">
            <a:extLst xmlns:a="http://schemas.openxmlformats.org/drawingml/2006/main">
              <a:ext uri="{FF2B5EF4-FFF2-40B4-BE49-F238E27FC236}">
                <a16:creationId xmlns:a16="http://schemas.microsoft.com/office/drawing/2014/main" id="{CE4BB7F4-C5A4-43EC-8EB4-F4D1C799D234}"/>
              </a:ext>
            </a:extLst>
          </p:cNvPr>
          <p:cNvSpPr>
            <a:spLocks xmlns:a="http://schemas.openxmlformats.org/drawingml/2006/main" noGrp="1"/>
          </p:cNvSpPr>
          <p:nvPr/>
        </p:nvSpPr>
        <p:spPr>
          <a:xfrm xmlns:a="http://schemas.openxmlformats.org/drawingml/2006/main">
            <a:off x="685800" y="5381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2F2EB"/>
                </a:solidFill>
                <a:latin typeface="Arial"/>
                <a:ea typeface="Arial"/>
                <a:cs typeface="Arial"/>
              </a:defRPr>
            </a:defPPr>
            <a:lvl1pPr>
              <a:defRPr sz="1950" b="0">
                <a:solidFill>
                  <a:srgbClr val="F2F2EB"/>
                </a:solidFill>
                <a:latin typeface="Arial"/>
                <a:ea typeface="Arial"/>
                <a:cs typeface="Arial"/>
              </a:defRPr>
            </a:lvl1pPr>
            <a:lvl2pPr>
              <a:defRPr sz="1950" b="0">
                <a:solidFill>
                  <a:srgbClr val="F2F2EB"/>
                </a:solidFill>
                <a:latin typeface="Arial"/>
                <a:ea typeface="Arial"/>
                <a:cs typeface="Arial"/>
              </a:defRPr>
            </a:lvl2pPr>
            <a:lvl3pPr>
              <a:defRPr sz="1950" b="0">
                <a:solidFill>
                  <a:srgbClr val="F2F2EB"/>
                </a:solidFill>
                <a:latin typeface="Arial"/>
                <a:ea typeface="Arial"/>
                <a:cs typeface="Arial"/>
              </a:defRPr>
            </a:lvl3pPr>
            <a:lvl4pPr>
              <a:defRPr sz="1950" b="0">
                <a:solidFill>
                  <a:srgbClr val="F2F2EB"/>
                </a:solidFill>
                <a:latin typeface="Arial"/>
                <a:ea typeface="Arial"/>
                <a:cs typeface="Arial"/>
              </a:defRPr>
            </a:lvl4pPr>
            <a:lvl5pPr>
              <a:defRPr sz="1950" b="0">
                <a:solidFill>
                  <a:srgbClr val="F2F2EB"/>
                </a:solidFill>
                <a:latin typeface="Arial"/>
                <a:ea typeface="Arial"/>
                <a:cs typeface="Arial"/>
              </a:defRPr>
            </a:lvl5pPr>
            <a:lvl6pPr>
              <a:defRPr sz="1950" b="0">
                <a:solidFill>
                  <a:srgbClr val="F2F2EB"/>
                </a:solidFill>
                <a:latin typeface="Arial"/>
                <a:ea typeface="Arial"/>
                <a:cs typeface="Arial"/>
              </a:defRPr>
            </a:lvl6pPr>
            <a:lvl7pPr>
              <a:defRPr sz="1950" b="0">
                <a:solidFill>
                  <a:srgbClr val="F2F2EB"/>
                </a:solidFill>
                <a:latin typeface="Arial"/>
                <a:ea typeface="Arial"/>
                <a:cs typeface="Arial"/>
              </a:defRPr>
            </a:lvl7pPr>
            <a:lvl8pPr>
              <a:defRPr sz="1950" b="0">
                <a:solidFill>
                  <a:srgbClr val="F2F2EB"/>
                </a:solidFill>
                <a:latin typeface="Arial"/>
                <a:ea typeface="Arial"/>
                <a:cs typeface="Arial"/>
              </a:defRPr>
            </a:lvl8pPr>
            <a:lvl9pPr>
              <a:defRPr sz="1950" b="0">
                <a:solidFill>
                  <a:srgbClr val="F2F2EB"/>
                </a:solidFill>
                <a:latin typeface="Arial"/>
                <a:ea typeface="Arial"/>
                <a:cs typeface="Arial"/>
              </a:defRPr>
            </a:lvl9pPr>
          </a:lstStyle>
          <a:p xmlns:a="http://schemas.openxmlformats.org/drawingml/2006/main">
            <a:pPr>
              <a:defRPr sz="1950" b="0">
                <a:solidFill>
                  <a:srgbClr val="F2F2EB"/>
                </a:solidFill>
                <a:latin typeface="Arial"/>
                <a:ea typeface="Arial"/>
                <a:cs typeface="Arial"/>
              </a:defRPr>
            </a:pPr>
            <a:r>
              <a:rPr sz="1950" b="0">
                <a:solidFill>
                  <a:srgbClr val="F2F2EB"/>
                </a:solidFill>
                <a:latin typeface="Arial"/>
                <a:ea typeface="Arial"/>
                <a:cs typeface="Arial"/>
              </a:rPr>
              <a:t>Unknown when the model cannot accept a target label</a:t>
            </a:r>
          </a:p>
        </p:txBody>
      </p:sp>
    </p:spTree>
    <p:extLst>
      <p:ext uri="{BB962C8B-B14F-4D97-AF65-F5344CB8AC3E}">
        <p14:creationId xmlns:p14="http://schemas.microsoft.com/office/powerpoint/2010/main" val="350287890"/>
      </p:ext>
    </p:extLst>
  </p:cSld>
</p:sld>
</file>

<file path=ppt/slides/slide4.xml><?xml version="1.0" encoding="utf-8"?>
<p:sld xmlns:p="http://schemas.openxmlformats.org/presentationml/2006/main">
  <p:cSld>
    <p:bg>
      <p:bgPr>
        <a:solidFill xmlns:a="http://schemas.openxmlformats.org/drawingml/2006/main">
          <a:srgbClr val="F2F2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158FC4C-8BF7-4553-BBAB-B49D91E0D79A}"/>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241E"/>
                </a:solidFill>
                <a:latin typeface="Arial"/>
                <a:ea typeface="Arial"/>
                <a:cs typeface="Arial"/>
              </a:defRPr>
            </a:defPPr>
            <a:lvl1pPr>
              <a:defRPr sz="2400" b="1">
                <a:solidFill>
                  <a:srgbClr val="18241E"/>
                </a:solidFill>
                <a:latin typeface="Arial"/>
                <a:ea typeface="Arial"/>
                <a:cs typeface="Arial"/>
              </a:defRPr>
            </a:lvl1pPr>
            <a:lvl2pPr>
              <a:defRPr sz="2400" b="1">
                <a:solidFill>
                  <a:srgbClr val="18241E"/>
                </a:solidFill>
                <a:latin typeface="Arial"/>
                <a:ea typeface="Arial"/>
                <a:cs typeface="Arial"/>
              </a:defRPr>
            </a:lvl2pPr>
            <a:lvl3pPr>
              <a:defRPr sz="2400" b="1">
                <a:solidFill>
                  <a:srgbClr val="18241E"/>
                </a:solidFill>
                <a:latin typeface="Arial"/>
                <a:ea typeface="Arial"/>
                <a:cs typeface="Arial"/>
              </a:defRPr>
            </a:lvl3pPr>
            <a:lvl4pPr>
              <a:defRPr sz="2400" b="1">
                <a:solidFill>
                  <a:srgbClr val="18241E"/>
                </a:solidFill>
                <a:latin typeface="Arial"/>
                <a:ea typeface="Arial"/>
                <a:cs typeface="Arial"/>
              </a:defRPr>
            </a:lvl4pPr>
            <a:lvl5pPr>
              <a:defRPr sz="2400" b="1">
                <a:solidFill>
                  <a:srgbClr val="18241E"/>
                </a:solidFill>
                <a:latin typeface="Arial"/>
                <a:ea typeface="Arial"/>
                <a:cs typeface="Arial"/>
              </a:defRPr>
            </a:lvl5pPr>
            <a:lvl6pPr>
              <a:defRPr sz="2400" b="1">
                <a:solidFill>
                  <a:srgbClr val="18241E"/>
                </a:solidFill>
                <a:latin typeface="Arial"/>
                <a:ea typeface="Arial"/>
                <a:cs typeface="Arial"/>
              </a:defRPr>
            </a:lvl6pPr>
            <a:lvl7pPr>
              <a:defRPr sz="2400" b="1">
                <a:solidFill>
                  <a:srgbClr val="18241E"/>
                </a:solidFill>
                <a:latin typeface="Arial"/>
                <a:ea typeface="Arial"/>
                <a:cs typeface="Arial"/>
              </a:defRPr>
            </a:lvl7pPr>
            <a:lvl8pPr>
              <a:defRPr sz="2400" b="1">
                <a:solidFill>
                  <a:srgbClr val="18241E"/>
                </a:solidFill>
                <a:latin typeface="Arial"/>
                <a:ea typeface="Arial"/>
                <a:cs typeface="Arial"/>
              </a:defRPr>
            </a:lvl8pPr>
            <a:lvl9pPr>
              <a:defRPr sz="2400" b="1">
                <a:solidFill>
                  <a:srgbClr val="18241E"/>
                </a:solidFill>
                <a:latin typeface="Arial"/>
                <a:ea typeface="Arial"/>
                <a:cs typeface="Arial"/>
              </a:defRPr>
            </a:lvl9pPr>
          </a:lstStyle>
          <a:p xmlns:a="http://schemas.openxmlformats.org/drawingml/2006/main">
            <a:pPr>
              <a:defRPr sz="2400" b="1">
                <a:solidFill>
                  <a:srgbClr val="18241E"/>
                </a:solidFill>
                <a:latin typeface="Arial"/>
                <a:ea typeface="Arial"/>
                <a:cs typeface="Arial"/>
              </a:defRPr>
            </a:pPr>
            <a:r>
              <a:rPr sz="2400" b="1">
                <a:solidFill>
                  <a:srgbClr val="18241E"/>
                </a:solidFill>
                <a:latin typeface="Arial"/>
                <a:ea typeface="Arial"/>
                <a:cs typeface="Arial"/>
              </a:rPr>
              <a:t>kinevoa</a:t>
            </a:r>
          </a:p>
        </p:txBody>
      </p:sp>
      <p:sp>
        <p:nvSpPr>
          <p:cNvPr id="2" name="">
            <a:extLst xmlns:a="http://schemas.openxmlformats.org/drawingml/2006/main">
              <a:ext uri="{FF2B5EF4-FFF2-40B4-BE49-F238E27FC236}">
                <a16:creationId xmlns:a16="http://schemas.microsoft.com/office/drawing/2014/main" id="{940134DD-1C04-4FF4-B1A3-688437583FB2}"/>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26B"/>
                </a:solidFill>
                <a:latin typeface="Arial"/>
                <a:ea typeface="Arial"/>
                <a:cs typeface="Arial"/>
              </a:defRPr>
            </a:defPPr>
            <a:lvl1pPr>
              <a:defRPr sz="1350" b="0">
                <a:solidFill>
                  <a:srgbClr val="68726B"/>
                </a:solidFill>
                <a:latin typeface="Arial"/>
                <a:ea typeface="Arial"/>
                <a:cs typeface="Arial"/>
              </a:defRPr>
            </a:lvl1pPr>
            <a:lvl2pPr>
              <a:defRPr sz="1350" b="0">
                <a:solidFill>
                  <a:srgbClr val="68726B"/>
                </a:solidFill>
                <a:latin typeface="Arial"/>
                <a:ea typeface="Arial"/>
                <a:cs typeface="Arial"/>
              </a:defRPr>
            </a:lvl2pPr>
            <a:lvl3pPr>
              <a:defRPr sz="1350" b="0">
                <a:solidFill>
                  <a:srgbClr val="68726B"/>
                </a:solidFill>
                <a:latin typeface="Arial"/>
                <a:ea typeface="Arial"/>
                <a:cs typeface="Arial"/>
              </a:defRPr>
            </a:lvl3pPr>
            <a:lvl4pPr>
              <a:defRPr sz="1350" b="0">
                <a:solidFill>
                  <a:srgbClr val="68726B"/>
                </a:solidFill>
                <a:latin typeface="Arial"/>
                <a:ea typeface="Arial"/>
                <a:cs typeface="Arial"/>
              </a:defRPr>
            </a:lvl4pPr>
            <a:lvl5pPr>
              <a:defRPr sz="1350" b="0">
                <a:solidFill>
                  <a:srgbClr val="68726B"/>
                </a:solidFill>
                <a:latin typeface="Arial"/>
                <a:ea typeface="Arial"/>
                <a:cs typeface="Arial"/>
              </a:defRPr>
            </a:lvl5pPr>
            <a:lvl6pPr>
              <a:defRPr sz="1350" b="0">
                <a:solidFill>
                  <a:srgbClr val="68726B"/>
                </a:solidFill>
                <a:latin typeface="Arial"/>
                <a:ea typeface="Arial"/>
                <a:cs typeface="Arial"/>
              </a:defRPr>
            </a:lvl6pPr>
            <a:lvl7pPr>
              <a:defRPr sz="1350" b="0">
                <a:solidFill>
                  <a:srgbClr val="68726B"/>
                </a:solidFill>
                <a:latin typeface="Arial"/>
                <a:ea typeface="Arial"/>
                <a:cs typeface="Arial"/>
              </a:defRPr>
            </a:lvl7pPr>
            <a:lvl8pPr>
              <a:defRPr sz="1350" b="0">
                <a:solidFill>
                  <a:srgbClr val="68726B"/>
                </a:solidFill>
                <a:latin typeface="Arial"/>
                <a:ea typeface="Arial"/>
                <a:cs typeface="Arial"/>
              </a:defRPr>
            </a:lvl8pPr>
            <a:lvl9pPr>
              <a:defRPr sz="1350" b="0">
                <a:solidFill>
                  <a:srgbClr val="68726B"/>
                </a:solidFill>
                <a:latin typeface="Arial"/>
                <a:ea typeface="Arial"/>
                <a:cs typeface="Arial"/>
              </a:defRPr>
            </a:lvl9pPr>
          </a:lstStyle>
          <a:p xmlns:a="http://schemas.openxmlformats.org/drawingml/2006/main">
            <a:pPr>
              <a:defRPr sz="1350" b="0">
                <a:solidFill>
                  <a:srgbClr val="68726B"/>
                </a:solidFill>
                <a:latin typeface="Arial"/>
                <a:ea typeface="Arial"/>
                <a:cs typeface="Arial"/>
              </a:defRPr>
            </a:pPr>
            <a:r>
              <a:rPr sz="1350" b="0">
                <a:solidFill>
                  <a:srgbClr val="6872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541A21C-E141-42E2-AA08-EC9DBDB41C23}"/>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241E"/>
                </a:solidFill>
                <a:latin typeface="Arial"/>
                <a:ea typeface="Arial"/>
                <a:cs typeface="Arial"/>
              </a:defRPr>
            </a:defPPr>
            <a:lvl1pPr>
              <a:defRPr sz="3600" b="1">
                <a:solidFill>
                  <a:srgbClr val="18241E"/>
                </a:solidFill>
                <a:latin typeface="Arial"/>
                <a:ea typeface="Arial"/>
                <a:cs typeface="Arial"/>
              </a:defRPr>
            </a:lvl1pPr>
            <a:lvl2pPr>
              <a:defRPr sz="3600" b="1">
                <a:solidFill>
                  <a:srgbClr val="18241E"/>
                </a:solidFill>
                <a:latin typeface="Arial"/>
                <a:ea typeface="Arial"/>
                <a:cs typeface="Arial"/>
              </a:defRPr>
            </a:lvl2pPr>
            <a:lvl3pPr>
              <a:defRPr sz="3600" b="1">
                <a:solidFill>
                  <a:srgbClr val="18241E"/>
                </a:solidFill>
                <a:latin typeface="Arial"/>
                <a:ea typeface="Arial"/>
                <a:cs typeface="Arial"/>
              </a:defRPr>
            </a:lvl3pPr>
            <a:lvl4pPr>
              <a:defRPr sz="3600" b="1">
                <a:solidFill>
                  <a:srgbClr val="18241E"/>
                </a:solidFill>
                <a:latin typeface="Arial"/>
                <a:ea typeface="Arial"/>
                <a:cs typeface="Arial"/>
              </a:defRPr>
            </a:lvl4pPr>
            <a:lvl5pPr>
              <a:defRPr sz="3600" b="1">
                <a:solidFill>
                  <a:srgbClr val="18241E"/>
                </a:solidFill>
                <a:latin typeface="Arial"/>
                <a:ea typeface="Arial"/>
                <a:cs typeface="Arial"/>
              </a:defRPr>
            </a:lvl5pPr>
            <a:lvl6pPr>
              <a:defRPr sz="3600" b="1">
                <a:solidFill>
                  <a:srgbClr val="18241E"/>
                </a:solidFill>
                <a:latin typeface="Arial"/>
                <a:ea typeface="Arial"/>
                <a:cs typeface="Arial"/>
              </a:defRPr>
            </a:lvl6pPr>
            <a:lvl7pPr>
              <a:defRPr sz="3600" b="1">
                <a:solidFill>
                  <a:srgbClr val="18241E"/>
                </a:solidFill>
                <a:latin typeface="Arial"/>
                <a:ea typeface="Arial"/>
                <a:cs typeface="Arial"/>
              </a:defRPr>
            </a:lvl7pPr>
            <a:lvl8pPr>
              <a:defRPr sz="3600" b="1">
                <a:solidFill>
                  <a:srgbClr val="18241E"/>
                </a:solidFill>
                <a:latin typeface="Arial"/>
                <a:ea typeface="Arial"/>
                <a:cs typeface="Arial"/>
              </a:defRPr>
            </a:lvl8pPr>
            <a:lvl9pPr>
              <a:defRPr sz="3600" b="1">
                <a:solidFill>
                  <a:srgbClr val="18241E"/>
                </a:solidFill>
                <a:latin typeface="Arial"/>
                <a:ea typeface="Arial"/>
                <a:cs typeface="Arial"/>
              </a:defRPr>
            </a:lvl9pPr>
          </a:lstStyle>
          <a:p xmlns:a="http://schemas.openxmlformats.org/drawingml/2006/main">
            <a:pPr>
              <a:defRPr sz="3600" b="1">
                <a:solidFill>
                  <a:srgbClr val="18241E"/>
                </a:solidFill>
                <a:latin typeface="Arial"/>
                <a:ea typeface="Arial"/>
                <a:cs typeface="Arial"/>
              </a:defRPr>
            </a:pPr>
            <a:r>
              <a:rPr sz="3600" b="1">
                <a:solidFill>
                  <a:srgbClr val="18241E"/>
                </a:solidFill>
                <a:latin typeface="Arial"/>
                <a:ea typeface="Arial"/>
                <a:cs typeface="Arial"/>
              </a:rPr>
              <a:t>Live demo</a:t>
            </a:r>
          </a:p>
        </p:txBody>
      </p:sp>
      <p:sp>
        <p:nvSpPr>
          <p:cNvPr id="4" name="">
            <a:extLst xmlns:a="http://schemas.openxmlformats.org/drawingml/2006/main">
              <a:ext uri="{FF2B5EF4-FFF2-40B4-BE49-F238E27FC236}">
                <a16:creationId xmlns:a16="http://schemas.microsoft.com/office/drawing/2014/main" id="{CAEC905C-6136-4527-8AA9-03E82F484281}"/>
              </a:ext>
            </a:extLst>
          </p:cNvPr>
          <p:cNvSpPr>
            <a:spLocks xmlns:a="http://schemas.openxmlformats.org/drawingml/2006/main" noGrp="1"/>
          </p:cNvSpPr>
          <p:nvPr/>
        </p:nvSpPr>
        <p:spPr>
          <a:xfrm xmlns:a="http://schemas.openxmlformats.org/drawingml/2006/main">
            <a:off x="685800" y="2524125"/>
            <a:ext cx="10858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8241E"/>
                </a:solidFill>
                <a:latin typeface="Arial"/>
                <a:ea typeface="Arial"/>
                <a:cs typeface="Arial"/>
              </a:defRPr>
            </a:defPPr>
            <a:lvl1pPr>
              <a:defRPr sz="2550" b="0">
                <a:solidFill>
                  <a:srgbClr val="18241E"/>
                </a:solidFill>
                <a:latin typeface="Arial"/>
                <a:ea typeface="Arial"/>
                <a:cs typeface="Arial"/>
              </a:defRPr>
            </a:lvl1pPr>
            <a:lvl2pPr>
              <a:defRPr sz="2550" b="0">
                <a:solidFill>
                  <a:srgbClr val="18241E"/>
                </a:solidFill>
                <a:latin typeface="Arial"/>
                <a:ea typeface="Arial"/>
                <a:cs typeface="Arial"/>
              </a:defRPr>
            </a:lvl2pPr>
            <a:lvl3pPr>
              <a:defRPr sz="2550" b="0">
                <a:solidFill>
                  <a:srgbClr val="18241E"/>
                </a:solidFill>
                <a:latin typeface="Arial"/>
                <a:ea typeface="Arial"/>
                <a:cs typeface="Arial"/>
              </a:defRPr>
            </a:lvl3pPr>
            <a:lvl4pPr>
              <a:defRPr sz="2550" b="0">
                <a:solidFill>
                  <a:srgbClr val="18241E"/>
                </a:solidFill>
                <a:latin typeface="Arial"/>
                <a:ea typeface="Arial"/>
                <a:cs typeface="Arial"/>
              </a:defRPr>
            </a:lvl4pPr>
            <a:lvl5pPr>
              <a:defRPr sz="2550" b="0">
                <a:solidFill>
                  <a:srgbClr val="18241E"/>
                </a:solidFill>
                <a:latin typeface="Arial"/>
                <a:ea typeface="Arial"/>
                <a:cs typeface="Arial"/>
              </a:defRPr>
            </a:lvl5pPr>
            <a:lvl6pPr>
              <a:defRPr sz="2550" b="0">
                <a:solidFill>
                  <a:srgbClr val="18241E"/>
                </a:solidFill>
                <a:latin typeface="Arial"/>
                <a:ea typeface="Arial"/>
                <a:cs typeface="Arial"/>
              </a:defRPr>
            </a:lvl6pPr>
            <a:lvl7pPr>
              <a:defRPr sz="2550" b="0">
                <a:solidFill>
                  <a:srgbClr val="18241E"/>
                </a:solidFill>
                <a:latin typeface="Arial"/>
                <a:ea typeface="Arial"/>
                <a:cs typeface="Arial"/>
              </a:defRPr>
            </a:lvl7pPr>
            <a:lvl8pPr>
              <a:defRPr sz="2550" b="0">
                <a:solidFill>
                  <a:srgbClr val="18241E"/>
                </a:solidFill>
                <a:latin typeface="Arial"/>
                <a:ea typeface="Arial"/>
                <a:cs typeface="Arial"/>
              </a:defRPr>
            </a:lvl8pPr>
            <a:lvl9pPr>
              <a:defRPr sz="2550" b="0">
                <a:solidFill>
                  <a:srgbClr val="18241E"/>
                </a:solidFill>
                <a:latin typeface="Arial"/>
                <a:ea typeface="Arial"/>
                <a:cs typeface="Arial"/>
              </a:defRPr>
            </a:lvl9pPr>
          </a:lstStyle>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01   Open the app and start the camera</a:t>
            </a:r>
          </a:p>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02   Keep the participant fully in view</a:t>
            </a:r>
          </a:p>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03   Perform a rehearsed exercise</a:t>
            </a:r>
          </a:p>
          <a:p xmlns:a="http://schemas.openxmlformats.org/drawingml/2006/main">
            <a:pPr>
              <a:defRPr sz="2550" b="0">
                <a:solidFill>
                  <a:srgbClr val="18241E"/>
                </a:solidFill>
                <a:latin typeface="Arial"/>
                <a:ea typeface="Arial"/>
                <a:cs typeface="Arial"/>
              </a:defRPr>
            </a:pPr>
            <a:r>
              <a:rPr sz="2550" b="0">
                <a:solidFill>
                  <a:srgbClr val="18241E"/>
                </a:solidFill>
                <a:latin typeface="Arial"/>
                <a:ea typeface="Arial"/>
                <a:cs typeface="Arial"/>
              </a:rPr>
              <a:t>04   Watch the exercise name update</a:t>
            </a:r>
          </a:p>
        </p:txBody>
      </p:sp>
      <p:sp>
        <p:nvSpPr>
          <p:cNvPr id="5" name="">
            <a:extLst xmlns:a="http://schemas.openxmlformats.org/drawingml/2006/main">
              <a:ext uri="{FF2B5EF4-FFF2-40B4-BE49-F238E27FC236}">
                <a16:creationId xmlns:a16="http://schemas.microsoft.com/office/drawing/2014/main" id="{31A40E80-5213-4C74-8E4F-A83A2EADA2AF}"/>
              </a:ext>
            </a:extLst>
          </p:cNvPr>
          <p:cNvSpPr>
            <a:spLocks xmlns:a="http://schemas.openxmlformats.org/drawingml/2006/main" noGrp="1"/>
          </p:cNvSpPr>
          <p:nvPr/>
        </p:nvSpPr>
        <p:spPr>
          <a:xfrm xmlns:a="http://schemas.openxmlformats.org/drawingml/2006/main">
            <a:off x="685800" y="5715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8726B"/>
                </a:solidFill>
                <a:latin typeface="Arial"/>
                <a:ea typeface="Arial"/>
                <a:cs typeface="Arial"/>
              </a:defRPr>
            </a:defPPr>
            <a:lvl1pPr>
              <a:defRPr sz="1800" b="0">
                <a:solidFill>
                  <a:srgbClr val="68726B"/>
                </a:solidFill>
                <a:latin typeface="Arial"/>
                <a:ea typeface="Arial"/>
                <a:cs typeface="Arial"/>
              </a:defRPr>
            </a:lvl1pPr>
            <a:lvl2pPr>
              <a:defRPr sz="1800" b="0">
                <a:solidFill>
                  <a:srgbClr val="68726B"/>
                </a:solidFill>
                <a:latin typeface="Arial"/>
                <a:ea typeface="Arial"/>
                <a:cs typeface="Arial"/>
              </a:defRPr>
            </a:lvl2pPr>
            <a:lvl3pPr>
              <a:defRPr sz="1800" b="0">
                <a:solidFill>
                  <a:srgbClr val="68726B"/>
                </a:solidFill>
                <a:latin typeface="Arial"/>
                <a:ea typeface="Arial"/>
                <a:cs typeface="Arial"/>
              </a:defRPr>
            </a:lvl3pPr>
            <a:lvl4pPr>
              <a:defRPr sz="1800" b="0">
                <a:solidFill>
                  <a:srgbClr val="68726B"/>
                </a:solidFill>
                <a:latin typeface="Arial"/>
                <a:ea typeface="Arial"/>
                <a:cs typeface="Arial"/>
              </a:defRPr>
            </a:lvl4pPr>
            <a:lvl5pPr>
              <a:defRPr sz="1800" b="0">
                <a:solidFill>
                  <a:srgbClr val="68726B"/>
                </a:solidFill>
                <a:latin typeface="Arial"/>
                <a:ea typeface="Arial"/>
                <a:cs typeface="Arial"/>
              </a:defRPr>
            </a:lvl5pPr>
            <a:lvl6pPr>
              <a:defRPr sz="1800" b="0">
                <a:solidFill>
                  <a:srgbClr val="68726B"/>
                </a:solidFill>
                <a:latin typeface="Arial"/>
                <a:ea typeface="Arial"/>
                <a:cs typeface="Arial"/>
              </a:defRPr>
            </a:lvl6pPr>
            <a:lvl7pPr>
              <a:defRPr sz="1800" b="0">
                <a:solidFill>
                  <a:srgbClr val="68726B"/>
                </a:solidFill>
                <a:latin typeface="Arial"/>
                <a:ea typeface="Arial"/>
                <a:cs typeface="Arial"/>
              </a:defRPr>
            </a:lvl7pPr>
            <a:lvl8pPr>
              <a:defRPr sz="1800" b="0">
                <a:solidFill>
                  <a:srgbClr val="68726B"/>
                </a:solidFill>
                <a:latin typeface="Arial"/>
                <a:ea typeface="Arial"/>
                <a:cs typeface="Arial"/>
              </a:defRPr>
            </a:lvl8pPr>
            <a:lvl9pPr>
              <a:defRPr sz="1800" b="0">
                <a:solidFill>
                  <a:srgbClr val="68726B"/>
                </a:solidFill>
                <a:latin typeface="Arial"/>
                <a:ea typeface="Arial"/>
                <a:cs typeface="Arial"/>
              </a:defRPr>
            </a:lvl9pPr>
          </a:lstStyle>
          <a:p xmlns:a="http://schemas.openxmlformats.org/drawingml/2006/main">
            <a:pPr>
              <a:defRPr sz="1800" b="0">
                <a:solidFill>
                  <a:srgbClr val="68726B"/>
                </a:solidFill>
                <a:latin typeface="Arial"/>
                <a:ea typeface="Arial"/>
                <a:cs typeface="Arial"/>
              </a:defRPr>
            </a:pPr>
            <a:r>
              <a:rPr sz="1800" b="0">
                <a:solidFill>
                  <a:srgbClr val="68726B"/>
                </a:solidFill>
                <a:latin typeface="Arial"/>
                <a:ea typeface="Arial"/>
                <a:cs typeface="Arial"/>
              </a:rPr>
              <a:t>Switch to the phone screen</a:t>
            </a:r>
          </a:p>
        </p:txBody>
      </p:sp>
    </p:spTree>
    <p:extLst>
      <p:ext uri="{BB962C8B-B14F-4D97-AF65-F5344CB8AC3E}">
        <p14:creationId xmlns:p14="http://schemas.microsoft.com/office/powerpoint/2010/main" val="2103514496"/>
      </p:ext>
    </p:extLst>
  </p:cSld>
</p:sld>
</file>

<file path=ppt/slides/slide5.xml><?xml version="1.0" encoding="utf-8"?>
<p:sld xmlns:p="http://schemas.openxmlformats.org/presentationml/2006/main">
  <p:cSld>
    <p:bg>
      <p:bgPr>
        <a:solidFill xmlns:a="http://schemas.openxmlformats.org/drawingml/2006/main">
          <a:srgbClr val="F2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E098EF-4F53-4E19-9523-3E56BF001D5B}"/>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241E"/>
                </a:solidFill>
                <a:latin typeface="Arial"/>
                <a:ea typeface="Arial"/>
                <a:cs typeface="Arial"/>
              </a:defRPr>
            </a:defPPr>
            <a:lvl1pPr>
              <a:defRPr sz="2400" b="1">
                <a:solidFill>
                  <a:srgbClr val="18241E"/>
                </a:solidFill>
                <a:latin typeface="Arial"/>
                <a:ea typeface="Arial"/>
                <a:cs typeface="Arial"/>
              </a:defRPr>
            </a:lvl1pPr>
            <a:lvl2pPr>
              <a:defRPr sz="2400" b="1">
                <a:solidFill>
                  <a:srgbClr val="18241E"/>
                </a:solidFill>
                <a:latin typeface="Arial"/>
                <a:ea typeface="Arial"/>
                <a:cs typeface="Arial"/>
              </a:defRPr>
            </a:lvl2pPr>
            <a:lvl3pPr>
              <a:defRPr sz="2400" b="1">
                <a:solidFill>
                  <a:srgbClr val="18241E"/>
                </a:solidFill>
                <a:latin typeface="Arial"/>
                <a:ea typeface="Arial"/>
                <a:cs typeface="Arial"/>
              </a:defRPr>
            </a:lvl3pPr>
            <a:lvl4pPr>
              <a:defRPr sz="2400" b="1">
                <a:solidFill>
                  <a:srgbClr val="18241E"/>
                </a:solidFill>
                <a:latin typeface="Arial"/>
                <a:ea typeface="Arial"/>
                <a:cs typeface="Arial"/>
              </a:defRPr>
            </a:lvl4pPr>
            <a:lvl5pPr>
              <a:defRPr sz="2400" b="1">
                <a:solidFill>
                  <a:srgbClr val="18241E"/>
                </a:solidFill>
                <a:latin typeface="Arial"/>
                <a:ea typeface="Arial"/>
                <a:cs typeface="Arial"/>
              </a:defRPr>
            </a:lvl5pPr>
            <a:lvl6pPr>
              <a:defRPr sz="2400" b="1">
                <a:solidFill>
                  <a:srgbClr val="18241E"/>
                </a:solidFill>
                <a:latin typeface="Arial"/>
                <a:ea typeface="Arial"/>
                <a:cs typeface="Arial"/>
              </a:defRPr>
            </a:lvl6pPr>
            <a:lvl7pPr>
              <a:defRPr sz="2400" b="1">
                <a:solidFill>
                  <a:srgbClr val="18241E"/>
                </a:solidFill>
                <a:latin typeface="Arial"/>
                <a:ea typeface="Arial"/>
                <a:cs typeface="Arial"/>
              </a:defRPr>
            </a:lvl7pPr>
            <a:lvl8pPr>
              <a:defRPr sz="2400" b="1">
                <a:solidFill>
                  <a:srgbClr val="18241E"/>
                </a:solidFill>
                <a:latin typeface="Arial"/>
                <a:ea typeface="Arial"/>
                <a:cs typeface="Arial"/>
              </a:defRPr>
            </a:lvl8pPr>
            <a:lvl9pPr>
              <a:defRPr sz="2400" b="1">
                <a:solidFill>
                  <a:srgbClr val="18241E"/>
                </a:solidFill>
                <a:latin typeface="Arial"/>
                <a:ea typeface="Arial"/>
                <a:cs typeface="Arial"/>
              </a:defRPr>
            </a:lvl9pPr>
          </a:lstStyle>
          <a:p xmlns:a="http://schemas.openxmlformats.org/drawingml/2006/main">
            <a:pPr>
              <a:defRPr sz="2400" b="1">
                <a:solidFill>
                  <a:srgbClr val="18241E"/>
                </a:solidFill>
                <a:latin typeface="Arial"/>
                <a:ea typeface="Arial"/>
                <a:cs typeface="Arial"/>
              </a:defRPr>
            </a:pPr>
            <a:r>
              <a:rPr sz="2400" b="1">
                <a:solidFill>
                  <a:srgbClr val="18241E"/>
                </a:solidFill>
                <a:latin typeface="Arial"/>
                <a:ea typeface="Arial"/>
                <a:cs typeface="Arial"/>
              </a:rPr>
              <a:t>kinevoa</a:t>
            </a:r>
          </a:p>
        </p:txBody>
      </p:sp>
      <p:sp>
        <p:nvSpPr>
          <p:cNvPr id="2" name="">
            <a:extLst xmlns:a="http://schemas.openxmlformats.org/drawingml/2006/main">
              <a:ext uri="{FF2B5EF4-FFF2-40B4-BE49-F238E27FC236}">
                <a16:creationId xmlns:a16="http://schemas.microsoft.com/office/drawing/2014/main" id="{5959781E-FF93-4A9E-84D1-AFCA09DF0E70}"/>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8726B"/>
                </a:solidFill>
                <a:latin typeface="Arial"/>
                <a:ea typeface="Arial"/>
                <a:cs typeface="Arial"/>
              </a:defRPr>
            </a:defPPr>
            <a:lvl1pPr>
              <a:defRPr sz="1350" b="0">
                <a:solidFill>
                  <a:srgbClr val="68726B"/>
                </a:solidFill>
                <a:latin typeface="Arial"/>
                <a:ea typeface="Arial"/>
                <a:cs typeface="Arial"/>
              </a:defRPr>
            </a:lvl1pPr>
            <a:lvl2pPr>
              <a:defRPr sz="1350" b="0">
                <a:solidFill>
                  <a:srgbClr val="68726B"/>
                </a:solidFill>
                <a:latin typeface="Arial"/>
                <a:ea typeface="Arial"/>
                <a:cs typeface="Arial"/>
              </a:defRPr>
            </a:lvl2pPr>
            <a:lvl3pPr>
              <a:defRPr sz="1350" b="0">
                <a:solidFill>
                  <a:srgbClr val="68726B"/>
                </a:solidFill>
                <a:latin typeface="Arial"/>
                <a:ea typeface="Arial"/>
                <a:cs typeface="Arial"/>
              </a:defRPr>
            </a:lvl3pPr>
            <a:lvl4pPr>
              <a:defRPr sz="1350" b="0">
                <a:solidFill>
                  <a:srgbClr val="68726B"/>
                </a:solidFill>
                <a:latin typeface="Arial"/>
                <a:ea typeface="Arial"/>
                <a:cs typeface="Arial"/>
              </a:defRPr>
            </a:lvl4pPr>
            <a:lvl5pPr>
              <a:defRPr sz="1350" b="0">
                <a:solidFill>
                  <a:srgbClr val="68726B"/>
                </a:solidFill>
                <a:latin typeface="Arial"/>
                <a:ea typeface="Arial"/>
                <a:cs typeface="Arial"/>
              </a:defRPr>
            </a:lvl5pPr>
            <a:lvl6pPr>
              <a:defRPr sz="1350" b="0">
                <a:solidFill>
                  <a:srgbClr val="68726B"/>
                </a:solidFill>
                <a:latin typeface="Arial"/>
                <a:ea typeface="Arial"/>
                <a:cs typeface="Arial"/>
              </a:defRPr>
            </a:lvl6pPr>
            <a:lvl7pPr>
              <a:defRPr sz="1350" b="0">
                <a:solidFill>
                  <a:srgbClr val="68726B"/>
                </a:solidFill>
                <a:latin typeface="Arial"/>
                <a:ea typeface="Arial"/>
                <a:cs typeface="Arial"/>
              </a:defRPr>
            </a:lvl7pPr>
            <a:lvl8pPr>
              <a:defRPr sz="1350" b="0">
                <a:solidFill>
                  <a:srgbClr val="68726B"/>
                </a:solidFill>
                <a:latin typeface="Arial"/>
                <a:ea typeface="Arial"/>
                <a:cs typeface="Arial"/>
              </a:defRPr>
            </a:lvl8pPr>
            <a:lvl9pPr>
              <a:defRPr sz="1350" b="0">
                <a:solidFill>
                  <a:srgbClr val="68726B"/>
                </a:solidFill>
                <a:latin typeface="Arial"/>
                <a:ea typeface="Arial"/>
                <a:cs typeface="Arial"/>
              </a:defRPr>
            </a:lvl9pPr>
          </a:lstStyle>
          <a:p xmlns:a="http://schemas.openxmlformats.org/drawingml/2006/main">
            <a:pPr>
              <a:defRPr sz="1350" b="0">
                <a:solidFill>
                  <a:srgbClr val="68726B"/>
                </a:solidFill>
                <a:latin typeface="Arial"/>
                <a:ea typeface="Arial"/>
                <a:cs typeface="Arial"/>
              </a:defRPr>
            </a:pPr>
            <a:r>
              <a:rPr sz="1350" b="0">
                <a:solidFill>
                  <a:srgbClr val="6872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8E1668F-F82C-42F5-BF04-AF1B98BF91D3}"/>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8241E"/>
                </a:solidFill>
                <a:latin typeface="Arial"/>
                <a:ea typeface="Arial"/>
                <a:cs typeface="Arial"/>
              </a:defRPr>
            </a:defPPr>
            <a:lvl1pPr>
              <a:defRPr sz="3600" b="1">
                <a:solidFill>
                  <a:srgbClr val="18241E"/>
                </a:solidFill>
                <a:latin typeface="Arial"/>
                <a:ea typeface="Arial"/>
                <a:cs typeface="Arial"/>
              </a:defRPr>
            </a:lvl1pPr>
            <a:lvl2pPr>
              <a:defRPr sz="3600" b="1">
                <a:solidFill>
                  <a:srgbClr val="18241E"/>
                </a:solidFill>
                <a:latin typeface="Arial"/>
                <a:ea typeface="Arial"/>
                <a:cs typeface="Arial"/>
              </a:defRPr>
            </a:lvl2pPr>
            <a:lvl3pPr>
              <a:defRPr sz="3600" b="1">
                <a:solidFill>
                  <a:srgbClr val="18241E"/>
                </a:solidFill>
                <a:latin typeface="Arial"/>
                <a:ea typeface="Arial"/>
                <a:cs typeface="Arial"/>
              </a:defRPr>
            </a:lvl3pPr>
            <a:lvl4pPr>
              <a:defRPr sz="3600" b="1">
                <a:solidFill>
                  <a:srgbClr val="18241E"/>
                </a:solidFill>
                <a:latin typeface="Arial"/>
                <a:ea typeface="Arial"/>
                <a:cs typeface="Arial"/>
              </a:defRPr>
            </a:lvl4pPr>
            <a:lvl5pPr>
              <a:defRPr sz="3600" b="1">
                <a:solidFill>
                  <a:srgbClr val="18241E"/>
                </a:solidFill>
                <a:latin typeface="Arial"/>
                <a:ea typeface="Arial"/>
                <a:cs typeface="Arial"/>
              </a:defRPr>
            </a:lvl5pPr>
            <a:lvl6pPr>
              <a:defRPr sz="3600" b="1">
                <a:solidFill>
                  <a:srgbClr val="18241E"/>
                </a:solidFill>
                <a:latin typeface="Arial"/>
                <a:ea typeface="Arial"/>
                <a:cs typeface="Arial"/>
              </a:defRPr>
            </a:lvl6pPr>
            <a:lvl7pPr>
              <a:defRPr sz="3600" b="1">
                <a:solidFill>
                  <a:srgbClr val="18241E"/>
                </a:solidFill>
                <a:latin typeface="Arial"/>
                <a:ea typeface="Arial"/>
                <a:cs typeface="Arial"/>
              </a:defRPr>
            </a:lvl7pPr>
            <a:lvl8pPr>
              <a:defRPr sz="3600" b="1">
                <a:solidFill>
                  <a:srgbClr val="18241E"/>
                </a:solidFill>
                <a:latin typeface="Arial"/>
                <a:ea typeface="Arial"/>
                <a:cs typeface="Arial"/>
              </a:defRPr>
            </a:lvl8pPr>
            <a:lvl9pPr>
              <a:defRPr sz="3600" b="1">
                <a:solidFill>
                  <a:srgbClr val="18241E"/>
                </a:solidFill>
                <a:latin typeface="Arial"/>
                <a:ea typeface="Arial"/>
                <a:cs typeface="Arial"/>
              </a:defRPr>
            </a:lvl9pPr>
          </a:lstStyle>
          <a:p xmlns:a="http://schemas.openxmlformats.org/drawingml/2006/main">
            <a:pPr>
              <a:defRPr sz="3600" b="1">
                <a:solidFill>
                  <a:srgbClr val="18241E"/>
                </a:solidFill>
                <a:latin typeface="Arial"/>
                <a:ea typeface="Arial"/>
                <a:cs typeface="Arial"/>
              </a:defRPr>
            </a:pPr>
            <a:r>
              <a:rPr sz="3600" b="1">
                <a:solidFill>
                  <a:srgbClr val="18241E"/>
                </a:solidFill>
                <a:latin typeface="Arial"/>
                <a:ea typeface="Arial"/>
                <a:cs typeface="Arial"/>
              </a:rPr>
              <a:t>How recognition works</a:t>
            </a:r>
          </a:p>
        </p:txBody>
      </p:sp>
      <p:sp>
        <p:nvSpPr>
          <p:cNvPr id="4" name="">
            <a:extLst xmlns:a="http://schemas.openxmlformats.org/drawingml/2006/main">
              <a:ext uri="{FF2B5EF4-FFF2-40B4-BE49-F238E27FC236}">
                <a16:creationId xmlns:a16="http://schemas.microsoft.com/office/drawing/2014/main" id="{6D12B38A-2776-4016-9A55-3B779872B672}"/>
              </a:ext>
            </a:extLst>
          </p:cNvPr>
          <p:cNvSpPr>
            <a:spLocks xmlns:a="http://schemas.openxmlformats.org/drawingml/2006/main" noGrp="1"/>
          </p:cNvSpPr>
          <p:nvPr/>
        </p:nvSpPr>
        <p:spPr>
          <a:xfrm xmlns:a="http://schemas.openxmlformats.org/drawingml/2006/main">
            <a:off x="685800" y="25717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241E"/>
                </a:solidFill>
                <a:latin typeface="Arial"/>
                <a:ea typeface="Arial"/>
                <a:cs typeface="Arial"/>
              </a:defRPr>
            </a:defPPr>
            <a:lvl1pPr>
              <a:defRPr sz="2850" b="1">
                <a:solidFill>
                  <a:srgbClr val="18241E"/>
                </a:solidFill>
                <a:latin typeface="Arial"/>
                <a:ea typeface="Arial"/>
                <a:cs typeface="Arial"/>
              </a:defRPr>
            </a:lvl1pPr>
            <a:lvl2pPr>
              <a:defRPr sz="2850" b="1">
                <a:solidFill>
                  <a:srgbClr val="18241E"/>
                </a:solidFill>
                <a:latin typeface="Arial"/>
                <a:ea typeface="Arial"/>
                <a:cs typeface="Arial"/>
              </a:defRPr>
            </a:lvl2pPr>
            <a:lvl3pPr>
              <a:defRPr sz="2850" b="1">
                <a:solidFill>
                  <a:srgbClr val="18241E"/>
                </a:solidFill>
                <a:latin typeface="Arial"/>
                <a:ea typeface="Arial"/>
                <a:cs typeface="Arial"/>
              </a:defRPr>
            </a:lvl3pPr>
            <a:lvl4pPr>
              <a:defRPr sz="2850" b="1">
                <a:solidFill>
                  <a:srgbClr val="18241E"/>
                </a:solidFill>
                <a:latin typeface="Arial"/>
                <a:ea typeface="Arial"/>
                <a:cs typeface="Arial"/>
              </a:defRPr>
            </a:lvl4pPr>
            <a:lvl5pPr>
              <a:defRPr sz="2850" b="1">
                <a:solidFill>
                  <a:srgbClr val="18241E"/>
                </a:solidFill>
                <a:latin typeface="Arial"/>
                <a:ea typeface="Arial"/>
                <a:cs typeface="Arial"/>
              </a:defRPr>
            </a:lvl5pPr>
            <a:lvl6pPr>
              <a:defRPr sz="2850" b="1">
                <a:solidFill>
                  <a:srgbClr val="18241E"/>
                </a:solidFill>
                <a:latin typeface="Arial"/>
                <a:ea typeface="Arial"/>
                <a:cs typeface="Arial"/>
              </a:defRPr>
            </a:lvl6pPr>
            <a:lvl7pPr>
              <a:defRPr sz="2850" b="1">
                <a:solidFill>
                  <a:srgbClr val="18241E"/>
                </a:solidFill>
                <a:latin typeface="Arial"/>
                <a:ea typeface="Arial"/>
                <a:cs typeface="Arial"/>
              </a:defRPr>
            </a:lvl7pPr>
            <a:lvl8pPr>
              <a:defRPr sz="2850" b="1">
                <a:solidFill>
                  <a:srgbClr val="18241E"/>
                </a:solidFill>
                <a:latin typeface="Arial"/>
                <a:ea typeface="Arial"/>
                <a:cs typeface="Arial"/>
              </a:defRPr>
            </a:lvl8pPr>
            <a:lvl9pPr>
              <a:defRPr sz="2850" b="1">
                <a:solidFill>
                  <a:srgbClr val="18241E"/>
                </a:solidFill>
                <a:latin typeface="Arial"/>
                <a:ea typeface="Arial"/>
                <a:cs typeface="Arial"/>
              </a:defRPr>
            </a:lvl9pPr>
          </a:lstStyle>
          <a:p xmlns:a="http://schemas.openxmlformats.org/drawingml/2006/main">
            <a:pPr>
              <a:defRPr sz="2850" b="1">
                <a:solidFill>
                  <a:srgbClr val="18241E"/>
                </a:solidFill>
                <a:latin typeface="Arial"/>
                <a:ea typeface="Arial"/>
                <a:cs typeface="Arial"/>
              </a:defRPr>
            </a:pPr>
            <a:r>
              <a:rPr sz="2850" b="1">
                <a:solidFill>
                  <a:srgbClr val="18241E"/>
                </a:solidFill>
                <a:latin typeface="Arial"/>
                <a:ea typeface="Arial"/>
                <a:cs typeface="Arial"/>
              </a:rPr>
              <a:t>Phone camera</a:t>
            </a:r>
          </a:p>
        </p:txBody>
      </p:sp>
      <p:sp>
        <p:nvSpPr>
          <p:cNvPr id="5" name="">
            <a:extLst xmlns:a="http://schemas.openxmlformats.org/drawingml/2006/main">
              <a:ext uri="{FF2B5EF4-FFF2-40B4-BE49-F238E27FC236}">
                <a16:creationId xmlns:a16="http://schemas.microsoft.com/office/drawing/2014/main" id="{B6833AEB-5581-4D5C-BAEB-2BC2402B0D46}"/>
              </a:ext>
            </a:extLst>
          </p:cNvPr>
          <p:cNvSpPr>
            <a:spLocks xmlns:a="http://schemas.openxmlformats.org/drawingml/2006/main" noGrp="1"/>
          </p:cNvSpPr>
          <p:nvPr/>
        </p:nvSpPr>
        <p:spPr>
          <a:xfrm xmlns:a="http://schemas.openxmlformats.org/drawingml/2006/main">
            <a:off x="685800" y="3286125"/>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68726B"/>
                </a:solidFill>
                <a:latin typeface="Arial"/>
                <a:ea typeface="Arial"/>
                <a:cs typeface="Arial"/>
              </a:defRPr>
            </a:defPPr>
            <a:lvl1pPr>
              <a:defRPr sz="2400" b="0">
                <a:solidFill>
                  <a:srgbClr val="68726B"/>
                </a:solidFill>
                <a:latin typeface="Arial"/>
                <a:ea typeface="Arial"/>
                <a:cs typeface="Arial"/>
              </a:defRPr>
            </a:lvl1pPr>
            <a:lvl2pPr>
              <a:defRPr sz="2400" b="0">
                <a:solidFill>
                  <a:srgbClr val="68726B"/>
                </a:solidFill>
                <a:latin typeface="Arial"/>
                <a:ea typeface="Arial"/>
                <a:cs typeface="Arial"/>
              </a:defRPr>
            </a:lvl2pPr>
            <a:lvl3pPr>
              <a:defRPr sz="2400" b="0">
                <a:solidFill>
                  <a:srgbClr val="68726B"/>
                </a:solidFill>
                <a:latin typeface="Arial"/>
                <a:ea typeface="Arial"/>
                <a:cs typeface="Arial"/>
              </a:defRPr>
            </a:lvl3pPr>
            <a:lvl4pPr>
              <a:defRPr sz="2400" b="0">
                <a:solidFill>
                  <a:srgbClr val="68726B"/>
                </a:solidFill>
                <a:latin typeface="Arial"/>
                <a:ea typeface="Arial"/>
                <a:cs typeface="Arial"/>
              </a:defRPr>
            </a:lvl4pPr>
            <a:lvl5pPr>
              <a:defRPr sz="2400" b="0">
                <a:solidFill>
                  <a:srgbClr val="68726B"/>
                </a:solidFill>
                <a:latin typeface="Arial"/>
                <a:ea typeface="Arial"/>
                <a:cs typeface="Arial"/>
              </a:defRPr>
            </a:lvl5pPr>
            <a:lvl6pPr>
              <a:defRPr sz="2400" b="0">
                <a:solidFill>
                  <a:srgbClr val="68726B"/>
                </a:solidFill>
                <a:latin typeface="Arial"/>
                <a:ea typeface="Arial"/>
                <a:cs typeface="Arial"/>
              </a:defRPr>
            </a:lvl6pPr>
            <a:lvl7pPr>
              <a:defRPr sz="2400" b="0">
                <a:solidFill>
                  <a:srgbClr val="68726B"/>
                </a:solidFill>
                <a:latin typeface="Arial"/>
                <a:ea typeface="Arial"/>
                <a:cs typeface="Arial"/>
              </a:defRPr>
            </a:lvl7pPr>
            <a:lvl8pPr>
              <a:defRPr sz="2400" b="0">
                <a:solidFill>
                  <a:srgbClr val="68726B"/>
                </a:solidFill>
                <a:latin typeface="Arial"/>
                <a:ea typeface="Arial"/>
                <a:cs typeface="Arial"/>
              </a:defRPr>
            </a:lvl8pPr>
            <a:lvl9pPr>
              <a:defRPr sz="2400" b="0">
                <a:solidFill>
                  <a:srgbClr val="68726B"/>
                </a:solidFill>
                <a:latin typeface="Arial"/>
                <a:ea typeface="Arial"/>
                <a:cs typeface="Arial"/>
              </a:defRPr>
            </a:lvl9pPr>
          </a:lstStyle>
          <a:p xmlns:a="http://schemas.openxmlformats.org/drawingml/2006/main">
            <a:pPr>
              <a:defRPr sz="2400" b="0">
                <a:solidFill>
                  <a:srgbClr val="68726B"/>
                </a:solidFill>
                <a:latin typeface="Arial"/>
                <a:ea typeface="Arial"/>
                <a:cs typeface="Arial"/>
              </a:defRPr>
            </a:pPr>
            <a:r>
              <a:rPr sz="2400" b="0">
                <a:solidFill>
                  <a:srgbClr val="68726B"/>
                </a:solidFill>
                <a:latin typeface="Arial"/>
                <a:ea typeface="Arial"/>
                <a:cs typeface="Arial"/>
              </a:rPr>
              <a:t>Frames sent to the app server</a:t>
            </a:r>
          </a:p>
        </p:txBody>
      </p:sp>
      <p:sp>
        <p:nvSpPr>
          <p:cNvPr id="6" name="">
            <a:extLst xmlns:a="http://schemas.openxmlformats.org/drawingml/2006/main">
              <a:ext uri="{FF2B5EF4-FFF2-40B4-BE49-F238E27FC236}">
                <a16:creationId xmlns:a16="http://schemas.microsoft.com/office/drawing/2014/main" id="{0B5E4637-C997-4DE1-99C0-6C7DD3D810D1}"/>
              </a:ext>
            </a:extLst>
          </p:cNvPr>
          <p:cNvSpPr>
            <a:spLocks xmlns:a="http://schemas.openxmlformats.org/drawingml/2006/main" noGrp="1"/>
          </p:cNvSpPr>
          <p:nvPr/>
        </p:nvSpPr>
        <p:spPr>
          <a:xfrm xmlns:a="http://schemas.openxmlformats.org/drawingml/2006/main">
            <a:off x="685800" y="4143375"/>
            <a:ext cx="1009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241E"/>
                </a:solidFill>
                <a:latin typeface="Arial"/>
                <a:ea typeface="Arial"/>
                <a:cs typeface="Arial"/>
              </a:defRPr>
            </a:defPPr>
            <a:lvl1pPr>
              <a:defRPr sz="2850" b="1">
                <a:solidFill>
                  <a:srgbClr val="18241E"/>
                </a:solidFill>
                <a:latin typeface="Arial"/>
                <a:ea typeface="Arial"/>
                <a:cs typeface="Arial"/>
              </a:defRPr>
            </a:lvl1pPr>
            <a:lvl2pPr>
              <a:defRPr sz="2850" b="1">
                <a:solidFill>
                  <a:srgbClr val="18241E"/>
                </a:solidFill>
                <a:latin typeface="Arial"/>
                <a:ea typeface="Arial"/>
                <a:cs typeface="Arial"/>
              </a:defRPr>
            </a:lvl2pPr>
            <a:lvl3pPr>
              <a:defRPr sz="2850" b="1">
                <a:solidFill>
                  <a:srgbClr val="18241E"/>
                </a:solidFill>
                <a:latin typeface="Arial"/>
                <a:ea typeface="Arial"/>
                <a:cs typeface="Arial"/>
              </a:defRPr>
            </a:lvl3pPr>
            <a:lvl4pPr>
              <a:defRPr sz="2850" b="1">
                <a:solidFill>
                  <a:srgbClr val="18241E"/>
                </a:solidFill>
                <a:latin typeface="Arial"/>
                <a:ea typeface="Arial"/>
                <a:cs typeface="Arial"/>
              </a:defRPr>
            </a:lvl4pPr>
            <a:lvl5pPr>
              <a:defRPr sz="2850" b="1">
                <a:solidFill>
                  <a:srgbClr val="18241E"/>
                </a:solidFill>
                <a:latin typeface="Arial"/>
                <a:ea typeface="Arial"/>
                <a:cs typeface="Arial"/>
              </a:defRPr>
            </a:lvl5pPr>
            <a:lvl6pPr>
              <a:defRPr sz="2850" b="1">
                <a:solidFill>
                  <a:srgbClr val="18241E"/>
                </a:solidFill>
                <a:latin typeface="Arial"/>
                <a:ea typeface="Arial"/>
                <a:cs typeface="Arial"/>
              </a:defRPr>
            </a:lvl6pPr>
            <a:lvl7pPr>
              <a:defRPr sz="2850" b="1">
                <a:solidFill>
                  <a:srgbClr val="18241E"/>
                </a:solidFill>
                <a:latin typeface="Arial"/>
                <a:ea typeface="Arial"/>
                <a:cs typeface="Arial"/>
              </a:defRPr>
            </a:lvl7pPr>
            <a:lvl8pPr>
              <a:defRPr sz="2850" b="1">
                <a:solidFill>
                  <a:srgbClr val="18241E"/>
                </a:solidFill>
                <a:latin typeface="Arial"/>
                <a:ea typeface="Arial"/>
                <a:cs typeface="Arial"/>
              </a:defRPr>
            </a:lvl8pPr>
            <a:lvl9pPr>
              <a:defRPr sz="2850" b="1">
                <a:solidFill>
                  <a:srgbClr val="18241E"/>
                </a:solidFill>
                <a:latin typeface="Arial"/>
                <a:ea typeface="Arial"/>
                <a:cs typeface="Arial"/>
              </a:defRPr>
            </a:lvl9pPr>
          </a:lstStyle>
          <a:p xmlns:a="http://schemas.openxmlformats.org/drawingml/2006/main">
            <a:pPr>
              <a:defRPr sz="2850" b="1">
                <a:solidFill>
                  <a:srgbClr val="18241E"/>
                </a:solidFill>
                <a:latin typeface="Arial"/>
                <a:ea typeface="Arial"/>
                <a:cs typeface="Arial"/>
              </a:defRPr>
            </a:pPr>
            <a:r>
              <a:rPr sz="2850" b="1">
                <a:solidFill>
                  <a:srgbClr val="18241E"/>
                </a:solidFill>
                <a:latin typeface="Arial"/>
                <a:ea typeface="Arial"/>
                <a:cs typeface="Arial"/>
              </a:rPr>
              <a:t>Pretrained image classifier</a:t>
            </a:r>
          </a:p>
        </p:txBody>
      </p:sp>
      <p:sp>
        <p:nvSpPr>
          <p:cNvPr id="7" name="">
            <a:extLst xmlns:a="http://schemas.openxmlformats.org/drawingml/2006/main">
              <a:ext uri="{FF2B5EF4-FFF2-40B4-BE49-F238E27FC236}">
                <a16:creationId xmlns:a16="http://schemas.microsoft.com/office/drawing/2014/main" id="{47236650-9600-455E-9D1A-8E7265C88FBC}"/>
              </a:ext>
            </a:extLst>
          </p:cNvPr>
          <p:cNvSpPr>
            <a:spLocks xmlns:a="http://schemas.openxmlformats.org/drawingml/2006/main" noGrp="1"/>
          </p:cNvSpPr>
          <p:nvPr/>
        </p:nvSpPr>
        <p:spPr>
          <a:xfrm xmlns:a="http://schemas.openxmlformats.org/drawingml/2006/main">
            <a:off x="685800" y="4857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8726B"/>
                </a:solidFill>
                <a:latin typeface="Arial"/>
                <a:ea typeface="Arial"/>
                <a:cs typeface="Arial"/>
              </a:defRPr>
            </a:defPPr>
            <a:lvl1pPr>
              <a:defRPr sz="2250" b="0">
                <a:solidFill>
                  <a:srgbClr val="68726B"/>
                </a:solidFill>
                <a:latin typeface="Arial"/>
                <a:ea typeface="Arial"/>
                <a:cs typeface="Arial"/>
              </a:defRPr>
            </a:lvl1pPr>
            <a:lvl2pPr>
              <a:defRPr sz="2250" b="0">
                <a:solidFill>
                  <a:srgbClr val="68726B"/>
                </a:solidFill>
                <a:latin typeface="Arial"/>
                <a:ea typeface="Arial"/>
                <a:cs typeface="Arial"/>
              </a:defRPr>
            </a:lvl2pPr>
            <a:lvl3pPr>
              <a:defRPr sz="2250" b="0">
                <a:solidFill>
                  <a:srgbClr val="68726B"/>
                </a:solidFill>
                <a:latin typeface="Arial"/>
                <a:ea typeface="Arial"/>
                <a:cs typeface="Arial"/>
              </a:defRPr>
            </a:lvl3pPr>
            <a:lvl4pPr>
              <a:defRPr sz="2250" b="0">
                <a:solidFill>
                  <a:srgbClr val="68726B"/>
                </a:solidFill>
                <a:latin typeface="Arial"/>
                <a:ea typeface="Arial"/>
                <a:cs typeface="Arial"/>
              </a:defRPr>
            </a:lvl4pPr>
            <a:lvl5pPr>
              <a:defRPr sz="2250" b="0">
                <a:solidFill>
                  <a:srgbClr val="68726B"/>
                </a:solidFill>
                <a:latin typeface="Arial"/>
                <a:ea typeface="Arial"/>
                <a:cs typeface="Arial"/>
              </a:defRPr>
            </a:lvl5pPr>
            <a:lvl6pPr>
              <a:defRPr sz="2250" b="0">
                <a:solidFill>
                  <a:srgbClr val="68726B"/>
                </a:solidFill>
                <a:latin typeface="Arial"/>
                <a:ea typeface="Arial"/>
                <a:cs typeface="Arial"/>
              </a:defRPr>
            </a:lvl6pPr>
            <a:lvl7pPr>
              <a:defRPr sz="2250" b="0">
                <a:solidFill>
                  <a:srgbClr val="68726B"/>
                </a:solidFill>
                <a:latin typeface="Arial"/>
                <a:ea typeface="Arial"/>
                <a:cs typeface="Arial"/>
              </a:defRPr>
            </a:lvl7pPr>
            <a:lvl8pPr>
              <a:defRPr sz="2250" b="0">
                <a:solidFill>
                  <a:srgbClr val="68726B"/>
                </a:solidFill>
                <a:latin typeface="Arial"/>
                <a:ea typeface="Arial"/>
                <a:cs typeface="Arial"/>
              </a:defRPr>
            </a:lvl8pPr>
            <a:lvl9pPr>
              <a:defRPr sz="2250" b="0">
                <a:solidFill>
                  <a:srgbClr val="68726B"/>
                </a:solidFill>
                <a:latin typeface="Arial"/>
                <a:ea typeface="Arial"/>
                <a:cs typeface="Arial"/>
              </a:defRPr>
            </a:lvl9pPr>
          </a:lstStyle>
          <a:p xmlns:a="http://schemas.openxmlformats.org/drawingml/2006/main">
            <a:pPr>
              <a:defRPr sz="2250" b="0">
                <a:solidFill>
                  <a:srgbClr val="68726B"/>
                </a:solidFill>
                <a:latin typeface="Arial"/>
                <a:ea typeface="Arial"/>
                <a:cs typeface="Arial"/>
              </a:defRPr>
            </a:pPr>
            <a:r>
              <a:rPr sz="2250" b="0">
                <a:solidFill>
                  <a:srgbClr val="68726B"/>
                </a:solidFill>
                <a:latin typeface="Arial"/>
                <a:ea typeface="Arial"/>
                <a:cs typeface="Arial"/>
              </a:rPr>
              <a:t>Acceptance checks and stable labels in the browser</a:t>
            </a:r>
          </a:p>
        </p:txBody>
      </p:sp>
    </p:spTree>
    <p:extLst>
      <p:ext uri="{BB962C8B-B14F-4D97-AF65-F5344CB8AC3E}">
        <p14:creationId xmlns:p14="http://schemas.microsoft.com/office/powerpoint/2010/main" val="1249535303"/>
      </p:ext>
    </p:extLst>
  </p:cSld>
</p:sld>
</file>

<file path=ppt/slides/slide6.xml><?xml version="1.0" encoding="utf-8"?>
<p:sld xmlns:p="http://schemas.openxmlformats.org/presentationml/2006/main">
  <p:cSld>
    <p:bg>
      <p:bgPr>
        <a:solidFill xmlns:a="http://schemas.openxmlformats.org/drawingml/2006/main">
          <a:srgbClr val="18241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3A154D-765D-4DE1-B2F3-F62D14B2629C}"/>
              </a:ext>
            </a:extLst>
          </p:cNvPr>
          <p:cNvSpPr>
            <a:spLocks xmlns:a="http://schemas.openxmlformats.org/drawingml/2006/main" noGrp="1"/>
          </p:cNvSpPr>
          <p:nvPr/>
        </p:nvSpPr>
        <p:spPr>
          <a:xfrm xmlns:a="http://schemas.openxmlformats.org/drawingml/2006/main">
            <a:off x="685800" y="428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BF5B3"/>
                </a:solidFill>
                <a:latin typeface="Arial"/>
                <a:ea typeface="Arial"/>
                <a:cs typeface="Arial"/>
              </a:defRPr>
            </a:defPPr>
            <a:lvl1pPr>
              <a:defRPr sz="2400" b="1">
                <a:solidFill>
                  <a:srgbClr val="BBF5B3"/>
                </a:solidFill>
                <a:latin typeface="Arial"/>
                <a:ea typeface="Arial"/>
                <a:cs typeface="Arial"/>
              </a:defRPr>
            </a:lvl1pPr>
            <a:lvl2pPr>
              <a:defRPr sz="2400" b="1">
                <a:solidFill>
                  <a:srgbClr val="BBF5B3"/>
                </a:solidFill>
                <a:latin typeface="Arial"/>
                <a:ea typeface="Arial"/>
                <a:cs typeface="Arial"/>
              </a:defRPr>
            </a:lvl2pPr>
            <a:lvl3pPr>
              <a:defRPr sz="2400" b="1">
                <a:solidFill>
                  <a:srgbClr val="BBF5B3"/>
                </a:solidFill>
                <a:latin typeface="Arial"/>
                <a:ea typeface="Arial"/>
                <a:cs typeface="Arial"/>
              </a:defRPr>
            </a:lvl3pPr>
            <a:lvl4pPr>
              <a:defRPr sz="2400" b="1">
                <a:solidFill>
                  <a:srgbClr val="BBF5B3"/>
                </a:solidFill>
                <a:latin typeface="Arial"/>
                <a:ea typeface="Arial"/>
                <a:cs typeface="Arial"/>
              </a:defRPr>
            </a:lvl4pPr>
            <a:lvl5pPr>
              <a:defRPr sz="2400" b="1">
                <a:solidFill>
                  <a:srgbClr val="BBF5B3"/>
                </a:solidFill>
                <a:latin typeface="Arial"/>
                <a:ea typeface="Arial"/>
                <a:cs typeface="Arial"/>
              </a:defRPr>
            </a:lvl5pPr>
            <a:lvl6pPr>
              <a:defRPr sz="2400" b="1">
                <a:solidFill>
                  <a:srgbClr val="BBF5B3"/>
                </a:solidFill>
                <a:latin typeface="Arial"/>
                <a:ea typeface="Arial"/>
                <a:cs typeface="Arial"/>
              </a:defRPr>
            </a:lvl6pPr>
            <a:lvl7pPr>
              <a:defRPr sz="2400" b="1">
                <a:solidFill>
                  <a:srgbClr val="BBF5B3"/>
                </a:solidFill>
                <a:latin typeface="Arial"/>
                <a:ea typeface="Arial"/>
                <a:cs typeface="Arial"/>
              </a:defRPr>
            </a:lvl7pPr>
            <a:lvl8pPr>
              <a:defRPr sz="2400" b="1">
                <a:solidFill>
                  <a:srgbClr val="BBF5B3"/>
                </a:solidFill>
                <a:latin typeface="Arial"/>
                <a:ea typeface="Arial"/>
                <a:cs typeface="Arial"/>
              </a:defRPr>
            </a:lvl8pPr>
            <a:lvl9pPr>
              <a:defRPr sz="2400" b="1">
                <a:solidFill>
                  <a:srgbClr val="BBF5B3"/>
                </a:solidFill>
                <a:latin typeface="Arial"/>
                <a:ea typeface="Arial"/>
                <a:cs typeface="Arial"/>
              </a:defRPr>
            </a:lvl9pPr>
          </a:lstStyle>
          <a:p xmlns:a="http://schemas.openxmlformats.org/drawingml/2006/main">
            <a:pPr>
              <a:defRPr sz="2400" b="1">
                <a:solidFill>
                  <a:srgbClr val="BBF5B3"/>
                </a:solidFill>
                <a:latin typeface="Arial"/>
                <a:ea typeface="Arial"/>
                <a:cs typeface="Arial"/>
              </a:defRPr>
            </a:pPr>
            <a:r>
              <a:rPr sz="2400" b="1">
                <a:solidFill>
                  <a:srgbClr val="BBF5B3"/>
                </a:solidFill>
                <a:latin typeface="Arial"/>
                <a:ea typeface="Arial"/>
                <a:cs typeface="Arial"/>
              </a:rPr>
              <a:t>kinevoa</a:t>
            </a:r>
          </a:p>
        </p:txBody>
      </p:sp>
      <p:sp>
        <p:nvSpPr>
          <p:cNvPr id="2" name="">
            <a:extLst xmlns:a="http://schemas.openxmlformats.org/drawingml/2006/main">
              <a:ext uri="{FF2B5EF4-FFF2-40B4-BE49-F238E27FC236}">
                <a16:creationId xmlns:a16="http://schemas.microsoft.com/office/drawing/2014/main" id="{797F9688-48BF-49D3-B872-F76DF111C667}"/>
              </a:ext>
            </a:extLst>
          </p:cNvPr>
          <p:cNvSpPr>
            <a:spLocks xmlns:a="http://schemas.openxmlformats.org/drawingml/2006/main" noGrp="1"/>
          </p:cNvSpPr>
          <p:nvPr/>
        </p:nvSpPr>
        <p:spPr>
          <a:xfrm xmlns:a="http://schemas.openxmlformats.org/drawingml/2006/main">
            <a:off x="10858500" y="600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BF5B3"/>
                </a:solidFill>
                <a:latin typeface="Arial"/>
                <a:ea typeface="Arial"/>
                <a:cs typeface="Arial"/>
              </a:defRPr>
            </a:defPPr>
            <a:lvl1pPr>
              <a:defRPr sz="1350" b="0">
                <a:solidFill>
                  <a:srgbClr val="BBF5B3"/>
                </a:solidFill>
                <a:latin typeface="Arial"/>
                <a:ea typeface="Arial"/>
                <a:cs typeface="Arial"/>
              </a:defRPr>
            </a:lvl1pPr>
            <a:lvl2pPr>
              <a:defRPr sz="1350" b="0">
                <a:solidFill>
                  <a:srgbClr val="BBF5B3"/>
                </a:solidFill>
                <a:latin typeface="Arial"/>
                <a:ea typeface="Arial"/>
                <a:cs typeface="Arial"/>
              </a:defRPr>
            </a:lvl2pPr>
            <a:lvl3pPr>
              <a:defRPr sz="1350" b="0">
                <a:solidFill>
                  <a:srgbClr val="BBF5B3"/>
                </a:solidFill>
                <a:latin typeface="Arial"/>
                <a:ea typeface="Arial"/>
                <a:cs typeface="Arial"/>
              </a:defRPr>
            </a:lvl3pPr>
            <a:lvl4pPr>
              <a:defRPr sz="1350" b="0">
                <a:solidFill>
                  <a:srgbClr val="BBF5B3"/>
                </a:solidFill>
                <a:latin typeface="Arial"/>
                <a:ea typeface="Arial"/>
                <a:cs typeface="Arial"/>
              </a:defRPr>
            </a:lvl4pPr>
            <a:lvl5pPr>
              <a:defRPr sz="1350" b="0">
                <a:solidFill>
                  <a:srgbClr val="BBF5B3"/>
                </a:solidFill>
                <a:latin typeface="Arial"/>
                <a:ea typeface="Arial"/>
                <a:cs typeface="Arial"/>
              </a:defRPr>
            </a:lvl5pPr>
            <a:lvl6pPr>
              <a:defRPr sz="1350" b="0">
                <a:solidFill>
                  <a:srgbClr val="BBF5B3"/>
                </a:solidFill>
                <a:latin typeface="Arial"/>
                <a:ea typeface="Arial"/>
                <a:cs typeface="Arial"/>
              </a:defRPr>
            </a:lvl6pPr>
            <a:lvl7pPr>
              <a:defRPr sz="1350" b="0">
                <a:solidFill>
                  <a:srgbClr val="BBF5B3"/>
                </a:solidFill>
                <a:latin typeface="Arial"/>
                <a:ea typeface="Arial"/>
                <a:cs typeface="Arial"/>
              </a:defRPr>
            </a:lvl7pPr>
            <a:lvl8pPr>
              <a:defRPr sz="1350" b="0">
                <a:solidFill>
                  <a:srgbClr val="BBF5B3"/>
                </a:solidFill>
                <a:latin typeface="Arial"/>
                <a:ea typeface="Arial"/>
                <a:cs typeface="Arial"/>
              </a:defRPr>
            </a:lvl8pPr>
            <a:lvl9pPr>
              <a:defRPr sz="1350" b="0">
                <a:solidFill>
                  <a:srgbClr val="BBF5B3"/>
                </a:solidFill>
                <a:latin typeface="Arial"/>
                <a:ea typeface="Arial"/>
                <a:cs typeface="Arial"/>
              </a:defRPr>
            </a:lvl9pPr>
          </a:lstStyle>
          <a:p xmlns:a="http://schemas.openxmlformats.org/drawingml/2006/main">
            <a:pPr>
              <a:defRPr sz="1350" b="0">
                <a:solidFill>
                  <a:srgbClr val="BBF5B3"/>
                </a:solidFill>
                <a:latin typeface="Arial"/>
                <a:ea typeface="Arial"/>
                <a:cs typeface="Arial"/>
              </a:defRPr>
            </a:pPr>
            <a:r>
              <a:rPr sz="1350" b="0">
                <a:solidFill>
                  <a:srgbClr val="BBF5B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F5A6051-71F2-4325-A4D6-426A0305FDA2}"/>
              </a:ext>
            </a:extLst>
          </p:cNvPr>
          <p:cNvSpPr>
            <a:spLocks xmlns:a="http://schemas.openxmlformats.org/drawingml/2006/main" noGrp="1"/>
          </p:cNvSpPr>
          <p:nvPr/>
        </p:nvSpPr>
        <p:spPr>
          <a:xfrm xmlns:a="http://schemas.openxmlformats.org/drawingml/2006/main">
            <a:off x="685800" y="1333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2F2EB"/>
                </a:solidFill>
                <a:latin typeface="Arial"/>
                <a:ea typeface="Arial"/>
                <a:cs typeface="Arial"/>
              </a:defRPr>
            </a:defPPr>
            <a:lvl1pPr>
              <a:defRPr sz="3600" b="1">
                <a:solidFill>
                  <a:srgbClr val="F2F2EB"/>
                </a:solidFill>
                <a:latin typeface="Arial"/>
                <a:ea typeface="Arial"/>
                <a:cs typeface="Arial"/>
              </a:defRPr>
            </a:lvl1pPr>
            <a:lvl2pPr>
              <a:defRPr sz="3600" b="1">
                <a:solidFill>
                  <a:srgbClr val="F2F2EB"/>
                </a:solidFill>
                <a:latin typeface="Arial"/>
                <a:ea typeface="Arial"/>
                <a:cs typeface="Arial"/>
              </a:defRPr>
            </a:lvl2pPr>
            <a:lvl3pPr>
              <a:defRPr sz="3600" b="1">
                <a:solidFill>
                  <a:srgbClr val="F2F2EB"/>
                </a:solidFill>
                <a:latin typeface="Arial"/>
                <a:ea typeface="Arial"/>
                <a:cs typeface="Arial"/>
              </a:defRPr>
            </a:lvl3pPr>
            <a:lvl4pPr>
              <a:defRPr sz="3600" b="1">
                <a:solidFill>
                  <a:srgbClr val="F2F2EB"/>
                </a:solidFill>
                <a:latin typeface="Arial"/>
                <a:ea typeface="Arial"/>
                <a:cs typeface="Arial"/>
              </a:defRPr>
            </a:lvl4pPr>
            <a:lvl5pPr>
              <a:defRPr sz="3600" b="1">
                <a:solidFill>
                  <a:srgbClr val="F2F2EB"/>
                </a:solidFill>
                <a:latin typeface="Arial"/>
                <a:ea typeface="Arial"/>
                <a:cs typeface="Arial"/>
              </a:defRPr>
            </a:lvl5pPr>
            <a:lvl6pPr>
              <a:defRPr sz="3600" b="1">
                <a:solidFill>
                  <a:srgbClr val="F2F2EB"/>
                </a:solidFill>
                <a:latin typeface="Arial"/>
                <a:ea typeface="Arial"/>
                <a:cs typeface="Arial"/>
              </a:defRPr>
            </a:lvl6pPr>
            <a:lvl7pPr>
              <a:defRPr sz="3600" b="1">
                <a:solidFill>
                  <a:srgbClr val="F2F2EB"/>
                </a:solidFill>
                <a:latin typeface="Arial"/>
                <a:ea typeface="Arial"/>
                <a:cs typeface="Arial"/>
              </a:defRPr>
            </a:lvl7pPr>
            <a:lvl8pPr>
              <a:defRPr sz="3600" b="1">
                <a:solidFill>
                  <a:srgbClr val="F2F2EB"/>
                </a:solidFill>
                <a:latin typeface="Arial"/>
                <a:ea typeface="Arial"/>
                <a:cs typeface="Arial"/>
              </a:defRPr>
            </a:lvl8pPr>
            <a:lvl9pPr>
              <a:defRPr sz="3600" b="1">
                <a:solidFill>
                  <a:srgbClr val="F2F2EB"/>
                </a:solidFill>
                <a:latin typeface="Arial"/>
                <a:ea typeface="Arial"/>
                <a:cs typeface="Arial"/>
              </a:defRPr>
            </a:lvl9pPr>
          </a:lstStyle>
          <a:p xmlns:a="http://schemas.openxmlformats.org/drawingml/2006/main">
            <a:pPr>
              <a:defRPr sz="3600" b="1">
                <a:solidFill>
                  <a:srgbClr val="F2F2EB"/>
                </a:solidFill>
                <a:latin typeface="Arial"/>
                <a:ea typeface="Arial"/>
                <a:cs typeface="Arial"/>
              </a:defRPr>
            </a:pPr>
            <a:r>
              <a:rPr sz="3600" b="1">
                <a:solidFill>
                  <a:srgbClr val="F2F2EB"/>
                </a:solidFill>
                <a:latin typeface="Arial"/>
                <a:ea typeface="Arial"/>
                <a:cs typeface="Arial"/>
              </a:rPr>
              <a:t>What comes next</a:t>
            </a:r>
          </a:p>
        </p:txBody>
      </p:sp>
      <p:sp>
        <p:nvSpPr>
          <p:cNvPr id="4" name="">
            <a:extLst xmlns:a="http://schemas.openxmlformats.org/drawingml/2006/main">
              <a:ext uri="{FF2B5EF4-FFF2-40B4-BE49-F238E27FC236}">
                <a16:creationId xmlns:a16="http://schemas.microsoft.com/office/drawing/2014/main" id="{92D42AC1-FDAA-4E01-851F-EC86D16BD168}"/>
              </a:ext>
            </a:extLst>
          </p:cNvPr>
          <p:cNvSpPr>
            <a:spLocks xmlns:a="http://schemas.openxmlformats.org/drawingml/2006/main" noGrp="1"/>
          </p:cNvSpPr>
          <p:nvPr/>
        </p:nvSpPr>
        <p:spPr>
          <a:xfrm xmlns:a="http://schemas.openxmlformats.org/drawingml/2006/main">
            <a:off x="685800" y="2476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BBF5B3"/>
                </a:solidFill>
                <a:latin typeface="Arial"/>
                <a:ea typeface="Arial"/>
                <a:cs typeface="Arial"/>
              </a:defRPr>
            </a:defPPr>
            <a:lvl1pPr>
              <a:defRPr sz="3150" b="1">
                <a:solidFill>
                  <a:srgbClr val="BBF5B3"/>
                </a:solidFill>
                <a:latin typeface="Arial"/>
                <a:ea typeface="Arial"/>
                <a:cs typeface="Arial"/>
              </a:defRPr>
            </a:lvl1pPr>
            <a:lvl2pPr>
              <a:defRPr sz="3150" b="1">
                <a:solidFill>
                  <a:srgbClr val="BBF5B3"/>
                </a:solidFill>
                <a:latin typeface="Arial"/>
                <a:ea typeface="Arial"/>
                <a:cs typeface="Arial"/>
              </a:defRPr>
            </a:lvl2pPr>
            <a:lvl3pPr>
              <a:defRPr sz="3150" b="1">
                <a:solidFill>
                  <a:srgbClr val="BBF5B3"/>
                </a:solidFill>
                <a:latin typeface="Arial"/>
                <a:ea typeface="Arial"/>
                <a:cs typeface="Arial"/>
              </a:defRPr>
            </a:lvl3pPr>
            <a:lvl4pPr>
              <a:defRPr sz="3150" b="1">
                <a:solidFill>
                  <a:srgbClr val="BBF5B3"/>
                </a:solidFill>
                <a:latin typeface="Arial"/>
                <a:ea typeface="Arial"/>
                <a:cs typeface="Arial"/>
              </a:defRPr>
            </a:lvl4pPr>
            <a:lvl5pPr>
              <a:defRPr sz="3150" b="1">
                <a:solidFill>
                  <a:srgbClr val="BBF5B3"/>
                </a:solidFill>
                <a:latin typeface="Arial"/>
                <a:ea typeface="Arial"/>
                <a:cs typeface="Arial"/>
              </a:defRPr>
            </a:lvl5pPr>
            <a:lvl6pPr>
              <a:defRPr sz="3150" b="1">
                <a:solidFill>
                  <a:srgbClr val="BBF5B3"/>
                </a:solidFill>
                <a:latin typeface="Arial"/>
                <a:ea typeface="Arial"/>
                <a:cs typeface="Arial"/>
              </a:defRPr>
            </a:lvl6pPr>
            <a:lvl7pPr>
              <a:defRPr sz="3150" b="1">
                <a:solidFill>
                  <a:srgbClr val="BBF5B3"/>
                </a:solidFill>
                <a:latin typeface="Arial"/>
                <a:ea typeface="Arial"/>
                <a:cs typeface="Arial"/>
              </a:defRPr>
            </a:lvl7pPr>
            <a:lvl8pPr>
              <a:defRPr sz="3150" b="1">
                <a:solidFill>
                  <a:srgbClr val="BBF5B3"/>
                </a:solidFill>
                <a:latin typeface="Arial"/>
                <a:ea typeface="Arial"/>
                <a:cs typeface="Arial"/>
              </a:defRPr>
            </a:lvl8pPr>
            <a:lvl9pPr>
              <a:defRPr sz="3150" b="1">
                <a:solidFill>
                  <a:srgbClr val="BBF5B3"/>
                </a:solidFill>
                <a:latin typeface="Arial"/>
                <a:ea typeface="Arial"/>
                <a:cs typeface="Arial"/>
              </a:defRPr>
            </a:lvl9pPr>
          </a:lstStyle>
          <a:p xmlns:a="http://schemas.openxmlformats.org/drawingml/2006/main">
            <a:pPr>
              <a:defRPr sz="3150" b="1">
                <a:solidFill>
                  <a:srgbClr val="BBF5B3"/>
                </a:solidFill>
                <a:latin typeface="Arial"/>
                <a:ea typeface="Arial"/>
                <a:cs typeface="Arial"/>
              </a:defRPr>
            </a:pPr>
            <a:r>
              <a:rPr sz="3150" b="1">
                <a:solidFill>
                  <a:srgbClr val="BBF5B3"/>
                </a:solidFill>
                <a:latin typeface="Arial"/>
                <a:ea typeface="Arial"/>
                <a:cs typeface="Arial"/>
              </a:rPr>
              <a:t>Test recognition in the demo room</a:t>
            </a:r>
          </a:p>
        </p:txBody>
      </p:sp>
      <p:sp>
        <p:nvSpPr>
          <p:cNvPr id="5" name="">
            <a:extLst xmlns:a="http://schemas.openxmlformats.org/drawingml/2006/main">
              <a:ext uri="{FF2B5EF4-FFF2-40B4-BE49-F238E27FC236}">
                <a16:creationId xmlns:a16="http://schemas.microsoft.com/office/drawing/2014/main" id="{0C4D8425-FC3F-4161-81C9-471741B4EE0B}"/>
              </a:ext>
            </a:extLst>
          </p:cNvPr>
          <p:cNvSpPr>
            <a:spLocks xmlns:a="http://schemas.openxmlformats.org/drawingml/2006/main" noGrp="1"/>
          </p:cNvSpPr>
          <p:nvPr/>
        </p:nvSpPr>
        <p:spPr>
          <a:xfrm xmlns:a="http://schemas.openxmlformats.org/drawingml/2006/main">
            <a:off x="685800" y="3333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2F2EB"/>
                </a:solidFill>
                <a:latin typeface="Arial"/>
                <a:ea typeface="Arial"/>
                <a:cs typeface="Arial"/>
              </a:defRPr>
            </a:defPPr>
            <a:lvl1pPr>
              <a:defRPr sz="2400" b="0">
                <a:solidFill>
                  <a:srgbClr val="F2F2EB"/>
                </a:solidFill>
                <a:latin typeface="Arial"/>
                <a:ea typeface="Arial"/>
                <a:cs typeface="Arial"/>
              </a:defRPr>
            </a:lvl1pPr>
            <a:lvl2pPr>
              <a:defRPr sz="2400" b="0">
                <a:solidFill>
                  <a:srgbClr val="F2F2EB"/>
                </a:solidFill>
                <a:latin typeface="Arial"/>
                <a:ea typeface="Arial"/>
                <a:cs typeface="Arial"/>
              </a:defRPr>
            </a:lvl2pPr>
            <a:lvl3pPr>
              <a:defRPr sz="2400" b="0">
                <a:solidFill>
                  <a:srgbClr val="F2F2EB"/>
                </a:solidFill>
                <a:latin typeface="Arial"/>
                <a:ea typeface="Arial"/>
                <a:cs typeface="Arial"/>
              </a:defRPr>
            </a:lvl3pPr>
            <a:lvl4pPr>
              <a:defRPr sz="2400" b="0">
                <a:solidFill>
                  <a:srgbClr val="F2F2EB"/>
                </a:solidFill>
                <a:latin typeface="Arial"/>
                <a:ea typeface="Arial"/>
                <a:cs typeface="Arial"/>
              </a:defRPr>
            </a:lvl4pPr>
            <a:lvl5pPr>
              <a:defRPr sz="2400" b="0">
                <a:solidFill>
                  <a:srgbClr val="F2F2EB"/>
                </a:solidFill>
                <a:latin typeface="Arial"/>
                <a:ea typeface="Arial"/>
                <a:cs typeface="Arial"/>
              </a:defRPr>
            </a:lvl5pPr>
            <a:lvl6pPr>
              <a:defRPr sz="2400" b="0">
                <a:solidFill>
                  <a:srgbClr val="F2F2EB"/>
                </a:solidFill>
                <a:latin typeface="Arial"/>
                <a:ea typeface="Arial"/>
                <a:cs typeface="Arial"/>
              </a:defRPr>
            </a:lvl6pPr>
            <a:lvl7pPr>
              <a:defRPr sz="2400" b="0">
                <a:solidFill>
                  <a:srgbClr val="F2F2EB"/>
                </a:solidFill>
                <a:latin typeface="Arial"/>
                <a:ea typeface="Arial"/>
                <a:cs typeface="Arial"/>
              </a:defRPr>
            </a:lvl7pPr>
            <a:lvl8pPr>
              <a:defRPr sz="2400" b="0">
                <a:solidFill>
                  <a:srgbClr val="F2F2EB"/>
                </a:solidFill>
                <a:latin typeface="Arial"/>
                <a:ea typeface="Arial"/>
                <a:cs typeface="Arial"/>
              </a:defRPr>
            </a:lvl8pPr>
            <a:lvl9pPr>
              <a:defRPr sz="2400" b="0">
                <a:solidFill>
                  <a:srgbClr val="F2F2EB"/>
                </a:solidFill>
                <a:latin typeface="Arial"/>
                <a:ea typeface="Arial"/>
                <a:cs typeface="Arial"/>
              </a:defRPr>
            </a:lvl9pPr>
          </a:lstStyle>
          <a:p xmlns:a="http://schemas.openxmlformats.org/drawingml/2006/main">
            <a:pPr>
              <a:defRPr sz="2400" b="0">
                <a:solidFill>
                  <a:srgbClr val="F2F2EB"/>
                </a:solidFill>
                <a:latin typeface="Arial"/>
                <a:ea typeface="Arial"/>
                <a:cs typeface="Arial"/>
              </a:defRPr>
            </a:pPr>
            <a:r>
              <a:rPr sz="2400" b="0">
                <a:solidFill>
                  <a:srgbClr val="F2F2EB"/>
                </a:solidFill>
                <a:latin typeface="Arial"/>
                <a:ea typeface="Arial"/>
                <a:cs typeface="Arial"/>
              </a:rPr>
              <a:t>Measure errors across people and camera views</a:t>
            </a:r>
          </a:p>
        </p:txBody>
      </p:sp>
      <p:sp>
        <p:nvSpPr>
          <p:cNvPr id="6" name="">
            <a:extLst xmlns:a="http://schemas.openxmlformats.org/drawingml/2006/main">
              <a:ext uri="{FF2B5EF4-FFF2-40B4-BE49-F238E27FC236}">
                <a16:creationId xmlns:a16="http://schemas.microsoft.com/office/drawing/2014/main" id="{92C28F3C-6B33-478E-8537-7B5ABC5F76AA}"/>
              </a:ext>
            </a:extLst>
          </p:cNvPr>
          <p:cNvSpPr>
            <a:spLocks xmlns:a="http://schemas.openxmlformats.org/drawingml/2006/main" noGrp="1"/>
          </p:cNvSpPr>
          <p:nvPr/>
        </p:nvSpPr>
        <p:spPr>
          <a:xfrm xmlns:a="http://schemas.openxmlformats.org/drawingml/2006/main">
            <a:off x="685800" y="4143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2F2EB"/>
                </a:solidFill>
                <a:latin typeface="Arial"/>
                <a:ea typeface="Arial"/>
                <a:cs typeface="Arial"/>
              </a:defRPr>
            </a:defPPr>
            <a:lvl1pPr>
              <a:defRPr sz="2400" b="0">
                <a:solidFill>
                  <a:srgbClr val="F2F2EB"/>
                </a:solidFill>
                <a:latin typeface="Arial"/>
                <a:ea typeface="Arial"/>
                <a:cs typeface="Arial"/>
              </a:defRPr>
            </a:lvl1pPr>
            <a:lvl2pPr>
              <a:defRPr sz="2400" b="0">
                <a:solidFill>
                  <a:srgbClr val="F2F2EB"/>
                </a:solidFill>
                <a:latin typeface="Arial"/>
                <a:ea typeface="Arial"/>
                <a:cs typeface="Arial"/>
              </a:defRPr>
            </a:lvl2pPr>
            <a:lvl3pPr>
              <a:defRPr sz="2400" b="0">
                <a:solidFill>
                  <a:srgbClr val="F2F2EB"/>
                </a:solidFill>
                <a:latin typeface="Arial"/>
                <a:ea typeface="Arial"/>
                <a:cs typeface="Arial"/>
              </a:defRPr>
            </a:lvl3pPr>
            <a:lvl4pPr>
              <a:defRPr sz="2400" b="0">
                <a:solidFill>
                  <a:srgbClr val="F2F2EB"/>
                </a:solidFill>
                <a:latin typeface="Arial"/>
                <a:ea typeface="Arial"/>
                <a:cs typeface="Arial"/>
              </a:defRPr>
            </a:lvl4pPr>
            <a:lvl5pPr>
              <a:defRPr sz="2400" b="0">
                <a:solidFill>
                  <a:srgbClr val="F2F2EB"/>
                </a:solidFill>
                <a:latin typeface="Arial"/>
                <a:ea typeface="Arial"/>
                <a:cs typeface="Arial"/>
              </a:defRPr>
            </a:lvl5pPr>
            <a:lvl6pPr>
              <a:defRPr sz="2400" b="0">
                <a:solidFill>
                  <a:srgbClr val="F2F2EB"/>
                </a:solidFill>
                <a:latin typeface="Arial"/>
                <a:ea typeface="Arial"/>
                <a:cs typeface="Arial"/>
              </a:defRPr>
            </a:lvl6pPr>
            <a:lvl7pPr>
              <a:defRPr sz="2400" b="0">
                <a:solidFill>
                  <a:srgbClr val="F2F2EB"/>
                </a:solidFill>
                <a:latin typeface="Arial"/>
                <a:ea typeface="Arial"/>
                <a:cs typeface="Arial"/>
              </a:defRPr>
            </a:lvl7pPr>
            <a:lvl8pPr>
              <a:defRPr sz="2400" b="0">
                <a:solidFill>
                  <a:srgbClr val="F2F2EB"/>
                </a:solidFill>
                <a:latin typeface="Arial"/>
                <a:ea typeface="Arial"/>
                <a:cs typeface="Arial"/>
              </a:defRPr>
            </a:lvl8pPr>
            <a:lvl9pPr>
              <a:defRPr sz="2400" b="0">
                <a:solidFill>
                  <a:srgbClr val="F2F2EB"/>
                </a:solidFill>
                <a:latin typeface="Arial"/>
                <a:ea typeface="Arial"/>
                <a:cs typeface="Arial"/>
              </a:defRPr>
            </a:lvl9pPr>
          </a:lstStyle>
          <a:p xmlns:a="http://schemas.openxmlformats.org/drawingml/2006/main">
            <a:pPr>
              <a:defRPr sz="2400" b="0">
                <a:solidFill>
                  <a:srgbClr val="F2F2EB"/>
                </a:solidFill>
                <a:latin typeface="Arial"/>
                <a:ea typeface="Arial"/>
                <a:cs typeface="Arial"/>
              </a:defRPr>
            </a:pPr>
            <a:r>
              <a:rPr sz="2400" b="0">
                <a:solidFill>
                  <a:srgbClr val="F2F2EB"/>
                </a:solidFill>
                <a:latin typeface="Arial"/>
                <a:ea typeface="Arial"/>
                <a:cs typeface="Arial"/>
              </a:rPr>
              <a:t>Evaluate movement across consecutive frames</a:t>
            </a:r>
          </a:p>
        </p:txBody>
      </p:sp>
      <p:sp>
        <p:nvSpPr>
          <p:cNvPr id="7" name="">
            <a:extLst xmlns:a="http://schemas.openxmlformats.org/drawingml/2006/main">
              <a:ext uri="{FF2B5EF4-FFF2-40B4-BE49-F238E27FC236}">
                <a16:creationId xmlns:a16="http://schemas.microsoft.com/office/drawing/2014/main" id="{3F9AB5F9-FB93-4117-BB69-B31DE30E0963}"/>
              </a:ext>
            </a:extLst>
          </p:cNvPr>
          <p:cNvSpPr>
            <a:spLocks xmlns:a="http://schemas.openxmlformats.org/drawingml/2006/main" noGrp="1"/>
          </p:cNvSpPr>
          <p:nvPr/>
        </p:nvSpPr>
        <p:spPr>
          <a:xfrm xmlns:a="http://schemas.openxmlformats.org/drawingml/2006/main">
            <a:off x="685800" y="557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BF5B3"/>
                </a:solidFill>
                <a:latin typeface="Arial"/>
                <a:ea typeface="Arial"/>
                <a:cs typeface="Arial"/>
              </a:defRPr>
            </a:defPPr>
            <a:lvl1pPr>
              <a:defRPr sz="1725" b="0">
                <a:solidFill>
                  <a:srgbClr val="BBF5B3"/>
                </a:solidFill>
                <a:latin typeface="Arial"/>
                <a:ea typeface="Arial"/>
                <a:cs typeface="Arial"/>
              </a:defRPr>
            </a:lvl1pPr>
            <a:lvl2pPr>
              <a:defRPr sz="1725" b="0">
                <a:solidFill>
                  <a:srgbClr val="BBF5B3"/>
                </a:solidFill>
                <a:latin typeface="Arial"/>
                <a:ea typeface="Arial"/>
                <a:cs typeface="Arial"/>
              </a:defRPr>
            </a:lvl2pPr>
            <a:lvl3pPr>
              <a:defRPr sz="1725" b="0">
                <a:solidFill>
                  <a:srgbClr val="BBF5B3"/>
                </a:solidFill>
                <a:latin typeface="Arial"/>
                <a:ea typeface="Arial"/>
                <a:cs typeface="Arial"/>
              </a:defRPr>
            </a:lvl3pPr>
            <a:lvl4pPr>
              <a:defRPr sz="1725" b="0">
                <a:solidFill>
                  <a:srgbClr val="BBF5B3"/>
                </a:solidFill>
                <a:latin typeface="Arial"/>
                <a:ea typeface="Arial"/>
                <a:cs typeface="Arial"/>
              </a:defRPr>
            </a:lvl4pPr>
            <a:lvl5pPr>
              <a:defRPr sz="1725" b="0">
                <a:solidFill>
                  <a:srgbClr val="BBF5B3"/>
                </a:solidFill>
                <a:latin typeface="Arial"/>
                <a:ea typeface="Arial"/>
                <a:cs typeface="Arial"/>
              </a:defRPr>
            </a:lvl5pPr>
            <a:lvl6pPr>
              <a:defRPr sz="1725" b="0">
                <a:solidFill>
                  <a:srgbClr val="BBF5B3"/>
                </a:solidFill>
                <a:latin typeface="Arial"/>
                <a:ea typeface="Arial"/>
                <a:cs typeface="Arial"/>
              </a:defRPr>
            </a:lvl6pPr>
            <a:lvl7pPr>
              <a:defRPr sz="1725" b="0">
                <a:solidFill>
                  <a:srgbClr val="BBF5B3"/>
                </a:solidFill>
                <a:latin typeface="Arial"/>
                <a:ea typeface="Arial"/>
                <a:cs typeface="Arial"/>
              </a:defRPr>
            </a:lvl7pPr>
            <a:lvl8pPr>
              <a:defRPr sz="1725" b="0">
                <a:solidFill>
                  <a:srgbClr val="BBF5B3"/>
                </a:solidFill>
                <a:latin typeface="Arial"/>
                <a:ea typeface="Arial"/>
                <a:cs typeface="Arial"/>
              </a:defRPr>
            </a:lvl8pPr>
            <a:lvl9pPr>
              <a:defRPr sz="1725" b="0">
                <a:solidFill>
                  <a:srgbClr val="BBF5B3"/>
                </a:solidFill>
                <a:latin typeface="Arial"/>
                <a:ea typeface="Arial"/>
                <a:cs typeface="Arial"/>
              </a:defRPr>
            </a:lvl9pPr>
          </a:lstStyle>
          <a:p xmlns:a="http://schemas.openxmlformats.org/drawingml/2006/main">
            <a:pPr>
              <a:defRPr sz="1725" b="0">
                <a:solidFill>
                  <a:srgbClr val="BBF5B3"/>
                </a:solidFill>
                <a:latin typeface="Arial"/>
                <a:ea typeface="Arial"/>
                <a:cs typeface="Arial"/>
              </a:defRPr>
            </a:pPr>
            <a:r>
              <a:rPr sz="1725" b="0">
                <a:solidFill>
                  <a:srgbClr val="BBF5B3"/>
                </a:solidFill>
                <a:latin typeface="Arial"/>
                <a:ea typeface="Arial"/>
                <a:cs typeface="Arial"/>
              </a:rPr>
              <a:t>Current scope: exercise labels. Clinical accuracy remains unvalidated.</a:t>
            </a:r>
          </a:p>
        </p:txBody>
      </p:sp>
    </p:spTree>
    <p:extLst>
      <p:ext uri="{BB962C8B-B14F-4D97-AF65-F5344CB8AC3E}">
        <p14:creationId xmlns:p14="http://schemas.microsoft.com/office/powerpoint/2010/main" val="1312446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2026-10-17T11:10:33.4000000Z</dcterms:created>
  <dcterms:modified xsi:type="dcterms:W3CDTF">2026-10-17T11:10:33.4000000Z</dcterms:modified>
</coreProperties>
</file>